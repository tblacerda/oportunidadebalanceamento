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slideLayouts/slideLayout16.xml" ContentType="application/vnd.openxmlformats-officedocument.presentationml.slideLayout+xml"/>
  <Override PartName="/ppt/theme/theme7.xml" ContentType="application/vnd.openxmlformats-officedocument.theme+xml"/>
  <Override PartName="/ppt/slideLayouts/slideLayout1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8" r:id="rId4"/>
    <p:sldMasterId id="2147483670" r:id="rId5"/>
    <p:sldMasterId id="2147483672" r:id="rId6"/>
    <p:sldMasterId id="2147483664" r:id="rId7"/>
    <p:sldMasterId id="2147483666" r:id="rId8"/>
    <p:sldMasterId id="2147483648" r:id="rId9"/>
    <p:sldMasterId id="2147483680" r:id="rId10"/>
    <p:sldMasterId id="2147483682" r:id="rId11"/>
  </p:sldMasterIdLst>
  <p:notesMasterIdLst>
    <p:notesMasterId r:id="rId18"/>
  </p:notesMasterIdLst>
  <p:sldIdLst>
    <p:sldId id="259" r:id="rId12"/>
    <p:sldId id="569" r:id="rId13"/>
    <p:sldId id="570" r:id="rId14"/>
    <p:sldId id="574" r:id="rId15"/>
    <p:sldId id="572" r:id="rId16"/>
    <p:sldId id="573" r:id="rId1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TIM Sans" panose="00000500000000000000" charset="0"/>
      <p:regular r:id="rId23"/>
      <p:bold r:id="rId24"/>
      <p:italic r:id="rId25"/>
      <p:boldItalic r:id="rId26"/>
    </p:embeddedFont>
    <p:embeddedFont>
      <p:font typeface="TIM Sans Light" panose="00000400000000000000" charset="0"/>
      <p:regular r:id="rId27"/>
      <p:italic r:id="rId28"/>
    </p:embeddedFont>
    <p:embeddedFont>
      <p:font typeface="TIM Sans Medium" panose="00000600000000000000" charset="0"/>
      <p:regular r:id="rId29"/>
      <p:italic r:id="rId30"/>
    </p:embeddedFont>
  </p:embeddedFontLst>
  <p:defaultTextStyle>
    <a:defPPr>
      <a:defRPr lang="it-IT"/>
    </a:defPPr>
    <a:lvl1pPr marL="0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2570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2167" userDrawn="1">
          <p15:clr>
            <a:srgbClr val="A4A3A4"/>
          </p15:clr>
        </p15:guide>
        <p15:guide id="5" pos="7164" userDrawn="1">
          <p15:clr>
            <a:srgbClr val="A4A3A4"/>
          </p15:clr>
        </p15:guide>
        <p15:guide id="6" orient="horz" pos="1620">
          <p15:clr>
            <a:srgbClr val="A4A3A4"/>
          </p15:clr>
        </p15:guide>
        <p15:guide id="7" orient="horz" pos="1928">
          <p15:clr>
            <a:srgbClr val="A4A3A4"/>
          </p15:clr>
        </p15:guide>
        <p15:guide id="8" pos="2880">
          <p15:clr>
            <a:srgbClr val="A4A3A4"/>
          </p15:clr>
        </p15:guide>
        <p15:guide id="9" pos="1625">
          <p15:clr>
            <a:srgbClr val="A4A3A4"/>
          </p15:clr>
        </p15:guide>
        <p15:guide id="10" pos="53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2854"/>
    <a:srgbClr val="00356D"/>
    <a:srgbClr val="002A5C"/>
    <a:srgbClr val="003474"/>
    <a:srgbClr val="2C7498"/>
    <a:srgbClr val="002874"/>
    <a:srgbClr val="003575"/>
    <a:srgbClr val="003572"/>
    <a:srgbClr val="00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8CDD7-598D-16A4-D101-2839A732A78A}" v="55" dt="2020-05-04T16:06:03.1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4" autoAdjust="0"/>
    <p:restoredTop sz="94660"/>
  </p:normalViewPr>
  <p:slideViewPr>
    <p:cSldViewPr snapToGrid="0">
      <p:cViewPr varScale="1">
        <p:scale>
          <a:sx n="90" d="100"/>
          <a:sy n="90" d="100"/>
        </p:scale>
        <p:origin x="798" y="78"/>
      </p:cViewPr>
      <p:guideLst>
        <p:guide orient="horz" pos="2160"/>
        <p:guide orient="horz" pos="2570"/>
        <p:guide pos="3840"/>
        <p:guide pos="2167"/>
        <p:guide pos="7164"/>
        <p:guide orient="horz" pos="1620"/>
        <p:guide orient="horz" pos="1928"/>
        <p:guide pos="2880"/>
        <p:guide pos="1625"/>
        <p:guide pos="53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6/11/relationships/changesInfo" Target="changesInfos/changesInfo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ina Oliveira Nilo De Souza" userId="S::tndsouza@timbrasil.com.br::ceef1ec1-bf48-4896-86a6-e8fdf53934ac" providerId="AD" clId="Web-{D768CDD7-598D-16A4-D101-2839A732A78A}"/>
    <pc:docChg chg="modSld">
      <pc:chgData name="Thaina Oliveira Nilo De Souza" userId="S::tndsouza@timbrasil.com.br::ceef1ec1-bf48-4896-86a6-e8fdf53934ac" providerId="AD" clId="Web-{D768CDD7-598D-16A4-D101-2839A732A78A}" dt="2020-05-04T16:06:03.166" v="48"/>
      <pc:docMkLst>
        <pc:docMk/>
      </pc:docMkLst>
      <pc:sldChg chg="addSp delSp modSp">
        <pc:chgData name="Thaina Oliveira Nilo De Souza" userId="S::tndsouza@timbrasil.com.br::ceef1ec1-bf48-4896-86a6-e8fdf53934ac" providerId="AD" clId="Web-{D768CDD7-598D-16A4-D101-2839A732A78A}" dt="2020-05-04T16:06:03.166" v="48"/>
        <pc:sldMkLst>
          <pc:docMk/>
          <pc:sldMk cId="2667575149" sldId="570"/>
        </pc:sldMkLst>
        <pc:graphicFrameChg chg="mod modGraphic">
          <ac:chgData name="Thaina Oliveira Nilo De Souza" userId="S::tndsouza@timbrasil.com.br::ceef1ec1-bf48-4896-86a6-e8fdf53934ac" providerId="AD" clId="Web-{D768CDD7-598D-16A4-D101-2839A732A78A}" dt="2020-05-04T15:18:49.946" v="37"/>
          <ac:graphicFrameMkLst>
            <pc:docMk/>
            <pc:sldMk cId="2667575149" sldId="570"/>
            <ac:graphicFrameMk id="5" creationId="{9464BEC6-9622-4DFB-82E8-1C9F5BF31196}"/>
          </ac:graphicFrameMkLst>
        </pc:graphicFrameChg>
        <pc:graphicFrameChg chg="mod modGraphic">
          <ac:chgData name="Thaina Oliveira Nilo De Souza" userId="S::tndsouza@timbrasil.com.br::ceef1ec1-bf48-4896-86a6-e8fdf53934ac" providerId="AD" clId="Web-{D768CDD7-598D-16A4-D101-2839A732A78A}" dt="2020-05-04T16:05:31.228" v="41"/>
          <ac:graphicFrameMkLst>
            <pc:docMk/>
            <pc:sldMk cId="2667575149" sldId="570"/>
            <ac:graphicFrameMk id="9" creationId="{53D5E46C-5BB4-4F9D-A31F-67C371F9A3B7}"/>
          </ac:graphicFrameMkLst>
        </pc:graphicFrameChg>
        <pc:graphicFrameChg chg="mod modGraphic">
          <ac:chgData name="Thaina Oliveira Nilo De Souza" userId="S::tndsouza@timbrasil.com.br::ceef1ec1-bf48-4896-86a6-e8fdf53934ac" providerId="AD" clId="Web-{D768CDD7-598D-16A4-D101-2839A732A78A}" dt="2020-05-04T16:05:28.588" v="39"/>
          <ac:graphicFrameMkLst>
            <pc:docMk/>
            <pc:sldMk cId="2667575149" sldId="570"/>
            <ac:graphicFrameMk id="10" creationId="{E7693612-65B1-4948-8401-2DDD2D01013E}"/>
          </ac:graphicFrameMkLst>
        </pc:graphicFrameChg>
        <pc:graphicFrameChg chg="mod modGraphic">
          <ac:chgData name="Thaina Oliveira Nilo De Souza" userId="S::tndsouza@timbrasil.com.br::ceef1ec1-bf48-4896-86a6-e8fdf53934ac" providerId="AD" clId="Web-{D768CDD7-598D-16A4-D101-2839A732A78A}" dt="2020-05-04T16:06:03.166" v="48"/>
          <ac:graphicFrameMkLst>
            <pc:docMk/>
            <pc:sldMk cId="2667575149" sldId="570"/>
            <ac:graphicFrameMk id="11" creationId="{B23F0DD9-7CDB-458A-98A7-601FD9E564A2}"/>
          </ac:graphicFrameMkLst>
        </pc:graphicFrameChg>
        <pc:graphicFrameChg chg="add del">
          <ac:chgData name="Thaina Oliveira Nilo De Souza" userId="S::tndsouza@timbrasil.com.br::ceef1ec1-bf48-4896-86a6-e8fdf53934ac" providerId="AD" clId="Web-{D768CDD7-598D-16A4-D101-2839A732A78A}" dt="2020-05-04T14:49:08.658" v="7"/>
          <ac:graphicFrameMkLst>
            <pc:docMk/>
            <pc:sldMk cId="2667575149" sldId="570"/>
            <ac:graphicFrameMk id="16" creationId="{A60A2B21-8C7E-4A21-BDC4-7068AF9C0A99}"/>
          </ac:graphicFrameMkLst>
        </pc:graphicFrameChg>
        <pc:graphicFrameChg chg="add del">
          <ac:chgData name="Thaina Oliveira Nilo De Souza" userId="S::tndsouza@timbrasil.com.br::ceef1ec1-bf48-4896-86a6-e8fdf53934ac" providerId="AD" clId="Web-{D768CDD7-598D-16A4-D101-2839A732A78A}" dt="2020-05-04T14:49:08.658" v="6"/>
          <ac:graphicFrameMkLst>
            <pc:docMk/>
            <pc:sldMk cId="2667575149" sldId="570"/>
            <ac:graphicFrameMk id="17" creationId="{8C4DA549-8B7A-42C1-A0AD-9D9C0B778469}"/>
          </ac:graphicFrameMkLst>
        </pc:graphicFrameChg>
        <pc:graphicFrameChg chg="add del">
          <ac:chgData name="Thaina Oliveira Nilo De Souza" userId="S::tndsouza@timbrasil.com.br::ceef1ec1-bf48-4896-86a6-e8fdf53934ac" providerId="AD" clId="Web-{D768CDD7-598D-16A4-D101-2839A732A78A}" dt="2020-05-04T14:49:08.658" v="5"/>
          <ac:graphicFrameMkLst>
            <pc:docMk/>
            <pc:sldMk cId="2667575149" sldId="570"/>
            <ac:graphicFrameMk id="19" creationId="{7E439685-729D-4C47-8578-7DB150CDB54B}"/>
          </ac:graphicFrameMkLst>
        </pc:graphicFrameChg>
        <pc:graphicFrameChg chg="add del">
          <ac:chgData name="Thaina Oliveira Nilo De Souza" userId="S::tndsouza@timbrasil.com.br::ceef1ec1-bf48-4896-86a6-e8fdf53934ac" providerId="AD" clId="Web-{D768CDD7-598D-16A4-D101-2839A732A78A}" dt="2020-05-04T14:49:08.658" v="4"/>
          <ac:graphicFrameMkLst>
            <pc:docMk/>
            <pc:sldMk cId="2667575149" sldId="570"/>
            <ac:graphicFrameMk id="20" creationId="{24EACA1F-049C-4D42-8D2F-28634903829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1347A-639A-4770-B699-833DE1667328}" type="datetimeFigureOut">
              <a:rPr lang="pt-BR" smtClean="0"/>
              <a:t>04/05/2020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726F0-40E6-4C32-B257-7EC2A66035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4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14"/>
          <p:cNvSpPr>
            <a:spLocks noGrp="1"/>
          </p:cNvSpPr>
          <p:nvPr>
            <p:ph type="body" sz="quarter" idx="11"/>
          </p:nvPr>
        </p:nvSpPr>
        <p:spPr>
          <a:xfrm>
            <a:off x="3364999" y="779746"/>
            <a:ext cx="5266623" cy="143231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="1" i="0" baseline="0">
                <a:solidFill>
                  <a:srgbClr val="004691"/>
                </a:solidFill>
                <a:latin typeface="TIM Sans" panose="00000500000000000000" pitchFamily="50" charset="0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itolo 12"/>
          <p:cNvSpPr>
            <a:spLocks noGrp="1"/>
          </p:cNvSpPr>
          <p:nvPr>
            <p:ph type="title"/>
          </p:nvPr>
        </p:nvSpPr>
        <p:spPr>
          <a:xfrm>
            <a:off x="3364999" y="1794357"/>
            <a:ext cx="5266623" cy="38083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marR="0" indent="0" algn="l" defTabSz="34289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tx1"/>
                </a:solidFill>
                <a:latin typeface="TIM Sans" panose="02020503040602060503" pitchFamily="18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pt-BR" noProof="0" dirty="0"/>
          </a:p>
        </p:txBody>
      </p:sp>
      <p:sp>
        <p:nvSpPr>
          <p:cNvPr id="13" name="Segnaposto testo 14"/>
          <p:cNvSpPr>
            <a:spLocks noGrp="1"/>
          </p:cNvSpPr>
          <p:nvPr>
            <p:ph type="body" sz="quarter" idx="10"/>
          </p:nvPr>
        </p:nvSpPr>
        <p:spPr>
          <a:xfrm>
            <a:off x="3364999" y="2251266"/>
            <a:ext cx="5266623" cy="24685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70000"/>
              </a:lnSpc>
              <a:buNone/>
              <a:defRPr sz="1100" b="0" i="0" baseline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Segnaposto testo 20"/>
          <p:cNvSpPr>
            <a:spLocks noGrp="1"/>
          </p:cNvSpPr>
          <p:nvPr>
            <p:ph type="body" sz="quarter" idx="14"/>
          </p:nvPr>
        </p:nvSpPr>
        <p:spPr>
          <a:xfrm>
            <a:off x="3364999" y="965773"/>
            <a:ext cx="5266623" cy="20228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Segnaposto testo 20"/>
          <p:cNvSpPr>
            <a:spLocks noGrp="1"/>
          </p:cNvSpPr>
          <p:nvPr>
            <p:ph type="body" sz="quarter" idx="15"/>
          </p:nvPr>
        </p:nvSpPr>
        <p:spPr>
          <a:xfrm>
            <a:off x="3364999" y="1169328"/>
            <a:ext cx="5266623" cy="23774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8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Segnaposto testo 23"/>
          <p:cNvSpPr>
            <a:spLocks noGrp="1"/>
          </p:cNvSpPr>
          <p:nvPr>
            <p:ph type="body" sz="quarter" idx="16"/>
          </p:nvPr>
        </p:nvSpPr>
        <p:spPr>
          <a:xfrm>
            <a:off x="3364999" y="3678859"/>
            <a:ext cx="5266623" cy="140339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>
              <a:buNone/>
              <a:defRPr sz="8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Segnaposto testo 23"/>
          <p:cNvSpPr>
            <a:spLocks noGrp="1"/>
          </p:cNvSpPr>
          <p:nvPr>
            <p:ph type="body" sz="quarter" idx="17"/>
          </p:nvPr>
        </p:nvSpPr>
        <p:spPr>
          <a:xfrm>
            <a:off x="3364999" y="3543861"/>
            <a:ext cx="5266623" cy="134998"/>
          </a:xfrm>
          <a:prstGeom prst="rect">
            <a:avLst/>
          </a:prstGeom>
        </p:spPr>
        <p:txBody>
          <a:bodyPr vert="horz" lIns="0" tIns="0" rIns="68579" bIns="0" anchor="ctr" anchorCtr="0"/>
          <a:lstStyle>
            <a:lvl1pPr marL="0" indent="0">
              <a:buNone/>
              <a:defRPr sz="8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61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4"/>
          <p:cNvSpPr>
            <a:spLocks noGrp="1"/>
          </p:cNvSpPr>
          <p:nvPr>
            <p:ph type="body" sz="quarter" idx="11"/>
          </p:nvPr>
        </p:nvSpPr>
        <p:spPr>
          <a:xfrm>
            <a:off x="3563889" y="742168"/>
            <a:ext cx="4965750" cy="18080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="1" i="0" baseline="0">
                <a:solidFill>
                  <a:schemeClr val="bg1"/>
                </a:solidFill>
                <a:latin typeface="TIM Sans" panose="00000500000000000000" pitchFamily="50" charset="0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1" name="Titolo 12"/>
          <p:cNvSpPr>
            <a:spLocks noGrp="1"/>
          </p:cNvSpPr>
          <p:nvPr>
            <p:ph type="title"/>
          </p:nvPr>
        </p:nvSpPr>
        <p:spPr>
          <a:xfrm>
            <a:off x="3563889" y="1813146"/>
            <a:ext cx="4965750" cy="362041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marR="0" indent="0" algn="l" defTabSz="34289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  <a:latin typeface="TIM Sans" panose="02020503040602060503" pitchFamily="18" charset="0"/>
              </a:defRPr>
            </a:lvl1pPr>
          </a:lstStyle>
          <a:p>
            <a:endParaRPr lang="pt-BR" noProof="0"/>
          </a:p>
        </p:txBody>
      </p:sp>
      <p:sp>
        <p:nvSpPr>
          <p:cNvPr id="17" name="Segnaposto testo 14"/>
          <p:cNvSpPr>
            <a:spLocks noGrp="1"/>
          </p:cNvSpPr>
          <p:nvPr>
            <p:ph type="body" sz="quarter" idx="10"/>
          </p:nvPr>
        </p:nvSpPr>
        <p:spPr>
          <a:xfrm>
            <a:off x="3563888" y="2266811"/>
            <a:ext cx="4965750" cy="23995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70000"/>
              </a:lnSpc>
              <a:buNone/>
              <a:defRPr sz="1100" b="0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8" name="Segnaposto testo 20"/>
          <p:cNvSpPr>
            <a:spLocks noGrp="1"/>
          </p:cNvSpPr>
          <p:nvPr>
            <p:ph type="body" sz="quarter" idx="14"/>
          </p:nvPr>
        </p:nvSpPr>
        <p:spPr>
          <a:xfrm>
            <a:off x="3563889" y="917053"/>
            <a:ext cx="4965750" cy="2344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aseline="0">
                <a:solidFill>
                  <a:schemeClr val="bg1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9" name="Segnaposto testo 20"/>
          <p:cNvSpPr>
            <a:spLocks noGrp="1"/>
          </p:cNvSpPr>
          <p:nvPr>
            <p:ph type="body" sz="quarter" idx="15"/>
          </p:nvPr>
        </p:nvSpPr>
        <p:spPr>
          <a:xfrm>
            <a:off x="3563889" y="1120609"/>
            <a:ext cx="4965750" cy="2344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0" name="Segnaposto testo 23"/>
          <p:cNvSpPr>
            <a:spLocks noGrp="1"/>
          </p:cNvSpPr>
          <p:nvPr>
            <p:ph type="body" sz="quarter" idx="16"/>
          </p:nvPr>
        </p:nvSpPr>
        <p:spPr>
          <a:xfrm>
            <a:off x="3563889" y="3678859"/>
            <a:ext cx="4965749" cy="15216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1" name="Segnaposto testo 23"/>
          <p:cNvSpPr>
            <a:spLocks noGrp="1"/>
          </p:cNvSpPr>
          <p:nvPr>
            <p:ph type="body" sz="quarter" idx="17"/>
          </p:nvPr>
        </p:nvSpPr>
        <p:spPr>
          <a:xfrm>
            <a:off x="3563889" y="3543862"/>
            <a:ext cx="4965749" cy="132179"/>
          </a:xfrm>
          <a:prstGeom prst="rect">
            <a:avLst/>
          </a:prstGeom>
        </p:spPr>
        <p:txBody>
          <a:bodyPr vert="horz" lIns="0" tIns="0" rIns="68579" bIns="0" anchor="ctr" anchorCtr="0"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2112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2"/>
          <p:cNvSpPr>
            <a:spLocks noGrp="1"/>
          </p:cNvSpPr>
          <p:nvPr>
            <p:ph type="title"/>
          </p:nvPr>
        </p:nvSpPr>
        <p:spPr>
          <a:xfrm>
            <a:off x="1237216" y="2031690"/>
            <a:ext cx="7086978" cy="3618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marR="0" indent="0" algn="l" defTabSz="34289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00" baseline="0">
                <a:solidFill>
                  <a:schemeClr val="tx1"/>
                </a:solidFill>
                <a:latin typeface="TIM Sans" panose="02020503040602060503" pitchFamily="18" charset="0"/>
              </a:defRPr>
            </a:lvl1pPr>
          </a:lstStyle>
          <a:p>
            <a:endParaRPr lang="pt-BR" noProof="0" dirty="0"/>
          </a:p>
        </p:txBody>
      </p:sp>
      <p:sp>
        <p:nvSpPr>
          <p:cNvPr id="12" name="Segnaposto testo 14"/>
          <p:cNvSpPr>
            <a:spLocks noGrp="1"/>
          </p:cNvSpPr>
          <p:nvPr>
            <p:ph type="body" sz="quarter" idx="10"/>
          </p:nvPr>
        </p:nvSpPr>
        <p:spPr>
          <a:xfrm>
            <a:off x="1237214" y="2475799"/>
            <a:ext cx="7086979" cy="298307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70000"/>
              </a:lnSpc>
              <a:buNone/>
              <a:defRPr sz="1200" b="0" i="0" baseline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 dirty="0"/>
          </a:p>
        </p:txBody>
      </p:sp>
      <p:sp>
        <p:nvSpPr>
          <p:cNvPr id="13" name="Segnaposto testo 23"/>
          <p:cNvSpPr>
            <a:spLocks noGrp="1"/>
          </p:cNvSpPr>
          <p:nvPr>
            <p:ph type="body" sz="quarter" idx="16"/>
          </p:nvPr>
        </p:nvSpPr>
        <p:spPr>
          <a:xfrm>
            <a:off x="1237217" y="3894917"/>
            <a:ext cx="7086977" cy="172587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>
              <a:buNone/>
              <a:defRPr sz="8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4" name="Segnaposto testo 23"/>
          <p:cNvSpPr>
            <a:spLocks noGrp="1"/>
          </p:cNvSpPr>
          <p:nvPr>
            <p:ph type="body" sz="quarter" idx="17"/>
          </p:nvPr>
        </p:nvSpPr>
        <p:spPr>
          <a:xfrm>
            <a:off x="1237217" y="3759920"/>
            <a:ext cx="7086977" cy="134998"/>
          </a:xfrm>
          <a:prstGeom prst="rect">
            <a:avLst/>
          </a:prstGeom>
        </p:spPr>
        <p:txBody>
          <a:bodyPr vert="horz" lIns="0" tIns="0" rIns="68579" bIns="0" anchor="ctr" anchorCtr="0"/>
          <a:lstStyle>
            <a:lvl1pPr marL="0" indent="0">
              <a:buNone/>
              <a:defRPr sz="8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11"/>
          </p:nvPr>
        </p:nvSpPr>
        <p:spPr>
          <a:xfrm>
            <a:off x="1237218" y="656131"/>
            <a:ext cx="7086977" cy="26688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100" b="1" i="0" baseline="0">
                <a:solidFill>
                  <a:srgbClr val="004691"/>
                </a:solidFill>
                <a:latin typeface="TIM Sans" panose="00000500000000000000" pitchFamily="50" charset="0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6" name="Segnaposto testo 20"/>
          <p:cNvSpPr>
            <a:spLocks noGrp="1"/>
          </p:cNvSpPr>
          <p:nvPr>
            <p:ph type="body" sz="quarter" idx="14"/>
          </p:nvPr>
        </p:nvSpPr>
        <p:spPr>
          <a:xfrm>
            <a:off x="1237218" y="866931"/>
            <a:ext cx="7086977" cy="2160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2" name="Segnaposto testo 20"/>
          <p:cNvSpPr>
            <a:spLocks noGrp="1"/>
          </p:cNvSpPr>
          <p:nvPr>
            <p:ph type="body" sz="quarter" idx="15"/>
          </p:nvPr>
        </p:nvSpPr>
        <p:spPr>
          <a:xfrm>
            <a:off x="1237218" y="1058017"/>
            <a:ext cx="7086977" cy="349661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800" baseline="0">
                <a:solidFill>
                  <a:srgbClr val="004691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52936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gnaposto testo 14"/>
          <p:cNvSpPr>
            <a:spLocks noGrp="1"/>
          </p:cNvSpPr>
          <p:nvPr>
            <p:ph type="body" sz="quarter" idx="11"/>
          </p:nvPr>
        </p:nvSpPr>
        <p:spPr>
          <a:xfrm>
            <a:off x="2987827" y="1250196"/>
            <a:ext cx="5982755" cy="16045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="1" i="0" baseline="0">
                <a:solidFill>
                  <a:srgbClr val="FFFFFF"/>
                </a:solidFill>
                <a:latin typeface="TIM Sans" panose="00000500000000000000" pitchFamily="50" charset="0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8" name="Titolo 12"/>
          <p:cNvSpPr>
            <a:spLocks noGrp="1"/>
          </p:cNvSpPr>
          <p:nvPr>
            <p:ph type="title"/>
          </p:nvPr>
        </p:nvSpPr>
        <p:spPr>
          <a:xfrm>
            <a:off x="2987826" y="2247714"/>
            <a:ext cx="5982754" cy="3618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marR="0" indent="0" algn="l" defTabSz="34289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rgbClr val="FFFFFF"/>
                </a:solidFill>
                <a:latin typeface="TIM Sans" panose="02020503040602060503" pitchFamily="18" charset="0"/>
              </a:defRPr>
            </a:lvl1pPr>
          </a:lstStyle>
          <a:p>
            <a:endParaRPr lang="pt-BR" noProof="0"/>
          </a:p>
        </p:txBody>
      </p:sp>
      <p:sp>
        <p:nvSpPr>
          <p:cNvPr id="19" name="Segnaposto testo 14"/>
          <p:cNvSpPr>
            <a:spLocks noGrp="1"/>
          </p:cNvSpPr>
          <p:nvPr>
            <p:ph type="body" sz="quarter" idx="10"/>
          </p:nvPr>
        </p:nvSpPr>
        <p:spPr>
          <a:xfrm>
            <a:off x="2987827" y="2687691"/>
            <a:ext cx="5982755" cy="18902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70000"/>
              </a:lnSpc>
              <a:buNone/>
              <a:defRPr sz="1100" b="0" i="0" baseline="0">
                <a:solidFill>
                  <a:srgbClr val="FFFFFF"/>
                </a:solidFill>
                <a:effectLst/>
                <a:latin typeface="+mj-lt"/>
                <a:cs typeface="Segoe UI Semilight" panose="020B0402040204020203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0" name="Segnaposto testo 20"/>
          <p:cNvSpPr>
            <a:spLocks noGrp="1"/>
          </p:cNvSpPr>
          <p:nvPr>
            <p:ph type="body" sz="quarter" idx="14"/>
          </p:nvPr>
        </p:nvSpPr>
        <p:spPr>
          <a:xfrm>
            <a:off x="2987827" y="1423120"/>
            <a:ext cx="5982755" cy="21602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aseline="0">
                <a:solidFill>
                  <a:srgbClr val="FFFFFF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1" name="Segnaposto testo 20"/>
          <p:cNvSpPr>
            <a:spLocks noGrp="1"/>
          </p:cNvSpPr>
          <p:nvPr>
            <p:ph type="body" sz="quarter" idx="15"/>
          </p:nvPr>
        </p:nvSpPr>
        <p:spPr>
          <a:xfrm>
            <a:off x="2987827" y="1626675"/>
            <a:ext cx="5982755" cy="27780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800" baseline="0">
                <a:solidFill>
                  <a:srgbClr val="FFFFFF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2" name="Segnaposto testo 23"/>
          <p:cNvSpPr>
            <a:spLocks noGrp="1"/>
          </p:cNvSpPr>
          <p:nvPr>
            <p:ph type="body" sz="quarter" idx="16"/>
          </p:nvPr>
        </p:nvSpPr>
        <p:spPr>
          <a:xfrm>
            <a:off x="2987824" y="3239650"/>
            <a:ext cx="5982756" cy="142811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>
              <a:buNone/>
              <a:defRPr sz="800" baseline="0">
                <a:solidFill>
                  <a:srgbClr val="FFFFFF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3" name="Segnaposto testo 23"/>
          <p:cNvSpPr>
            <a:spLocks noGrp="1"/>
          </p:cNvSpPr>
          <p:nvPr>
            <p:ph type="body" sz="quarter" idx="17"/>
          </p:nvPr>
        </p:nvSpPr>
        <p:spPr>
          <a:xfrm>
            <a:off x="2987824" y="3104652"/>
            <a:ext cx="5982756" cy="134998"/>
          </a:xfrm>
          <a:prstGeom prst="rect">
            <a:avLst/>
          </a:prstGeom>
        </p:spPr>
        <p:txBody>
          <a:bodyPr vert="horz" lIns="0" tIns="0" rIns="68579" bIns="0" anchor="ctr" anchorCtr="0"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465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4"/>
          <p:cNvSpPr>
            <a:spLocks noGrp="1"/>
          </p:cNvSpPr>
          <p:nvPr>
            <p:ph type="body" sz="quarter" idx="11"/>
          </p:nvPr>
        </p:nvSpPr>
        <p:spPr>
          <a:xfrm>
            <a:off x="3353174" y="1412217"/>
            <a:ext cx="5262675" cy="24147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="1" i="0" baseline="0">
                <a:solidFill>
                  <a:srgbClr val="FFFFFF"/>
                </a:solidFill>
                <a:latin typeface="TIM Sans" panose="00000500000000000000" pitchFamily="50" charset="0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1" name="Titolo 12"/>
          <p:cNvSpPr>
            <a:spLocks noGrp="1"/>
          </p:cNvSpPr>
          <p:nvPr>
            <p:ph type="title"/>
          </p:nvPr>
        </p:nvSpPr>
        <p:spPr>
          <a:xfrm>
            <a:off x="3353174" y="2247714"/>
            <a:ext cx="5262675" cy="432072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marR="0" indent="0" algn="l" defTabSz="34289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rgbClr val="FFFFFF"/>
                </a:solidFill>
                <a:latin typeface="TIM Sans" panose="02020503040602060503" pitchFamily="18" charset="0"/>
              </a:defRPr>
            </a:lvl1pPr>
          </a:lstStyle>
          <a:p>
            <a:endParaRPr lang="pt-BR" noProof="0"/>
          </a:p>
        </p:txBody>
      </p:sp>
      <p:sp>
        <p:nvSpPr>
          <p:cNvPr id="17" name="Segnaposto testo 14"/>
          <p:cNvSpPr>
            <a:spLocks noGrp="1"/>
          </p:cNvSpPr>
          <p:nvPr>
            <p:ph type="body" sz="quarter" idx="10"/>
          </p:nvPr>
        </p:nvSpPr>
        <p:spPr>
          <a:xfrm>
            <a:off x="3353174" y="2742132"/>
            <a:ext cx="5262675" cy="217546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70000"/>
              </a:lnSpc>
              <a:buNone/>
              <a:defRPr sz="1100" b="0" i="0" baseline="0">
                <a:solidFill>
                  <a:srgbClr val="FFFFFF"/>
                </a:solidFill>
                <a:latin typeface="+mj-lt"/>
                <a:cs typeface="Arial" panose="020B0604020202020204" pitchFamily="34" charset="0"/>
              </a:defRPr>
            </a:lvl1pPr>
            <a:lvl2pPr>
              <a:defRPr sz="1100" b="1" i="0" baseline="0">
                <a:solidFill>
                  <a:schemeClr val="accent3"/>
                </a:solidFill>
                <a:latin typeface=""/>
              </a:defRPr>
            </a:lvl2pPr>
            <a:lvl3pPr>
              <a:defRPr sz="1100" b="1" i="0" baseline="0">
                <a:solidFill>
                  <a:schemeClr val="accent3"/>
                </a:solidFill>
                <a:latin typeface=""/>
              </a:defRPr>
            </a:lvl3pPr>
            <a:lvl4pPr>
              <a:defRPr sz="1100" b="1" i="0" baseline="0">
                <a:solidFill>
                  <a:schemeClr val="accent3"/>
                </a:solidFill>
                <a:latin typeface=""/>
              </a:defRPr>
            </a:lvl4pPr>
            <a:lvl5pPr>
              <a:defRPr sz="1100" b="1" i="0" baseline="0">
                <a:solidFill>
                  <a:schemeClr val="accent3"/>
                </a:solidFill>
                <a:latin typeface="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8" name="Segnaposto testo 20"/>
          <p:cNvSpPr>
            <a:spLocks noGrp="1"/>
          </p:cNvSpPr>
          <p:nvPr>
            <p:ph type="body" sz="quarter" idx="14"/>
          </p:nvPr>
        </p:nvSpPr>
        <p:spPr>
          <a:xfrm>
            <a:off x="3353174" y="1585135"/>
            <a:ext cx="5262675" cy="297050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900" baseline="0">
                <a:solidFill>
                  <a:srgbClr val="FFFFFF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19" name="Segnaposto testo 20"/>
          <p:cNvSpPr>
            <a:spLocks noGrp="1"/>
          </p:cNvSpPr>
          <p:nvPr>
            <p:ph type="body" sz="quarter" idx="15"/>
          </p:nvPr>
        </p:nvSpPr>
        <p:spPr>
          <a:xfrm>
            <a:off x="3353174" y="1788694"/>
            <a:ext cx="5262675" cy="241478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800" baseline="0">
                <a:solidFill>
                  <a:srgbClr val="FFFFFF"/>
                </a:solidFill>
                <a:latin typeface="TIM Sans" panose="00000500000000000000" pitchFamily="50" charset="0"/>
              </a:defRPr>
            </a:lvl1pPr>
            <a:lvl2pPr>
              <a:defRPr sz="1100">
                <a:solidFill>
                  <a:schemeClr val="accent1"/>
                </a:solidFill>
                <a:latin typeface="Franklin Gothic Medium"/>
              </a:defRPr>
            </a:lvl2pPr>
            <a:lvl3pPr>
              <a:defRPr sz="1100">
                <a:solidFill>
                  <a:schemeClr val="accent1"/>
                </a:solidFill>
                <a:latin typeface="Franklin Gothic Medium"/>
              </a:defRPr>
            </a:lvl3pPr>
            <a:lvl4pPr>
              <a:defRPr sz="1100">
                <a:solidFill>
                  <a:schemeClr val="accent1"/>
                </a:solidFill>
                <a:latin typeface="Franklin Gothic Medium"/>
              </a:defRPr>
            </a:lvl4pPr>
            <a:lvl5pPr>
              <a:defRPr sz="1100">
                <a:solidFill>
                  <a:schemeClr val="accent1"/>
                </a:solidFill>
                <a:latin typeface="Franklin Gothic Medium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0" name="Segnaposto testo 23"/>
          <p:cNvSpPr>
            <a:spLocks noGrp="1"/>
          </p:cNvSpPr>
          <p:nvPr>
            <p:ph type="body" sz="quarter" idx="16"/>
          </p:nvPr>
        </p:nvSpPr>
        <p:spPr>
          <a:xfrm>
            <a:off x="3353175" y="3326286"/>
            <a:ext cx="4391960" cy="134998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marL="0" indent="0">
              <a:buNone/>
              <a:defRPr sz="800" baseline="0">
                <a:solidFill>
                  <a:srgbClr val="FFFFFF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  <p:sp>
        <p:nvSpPr>
          <p:cNvPr id="21" name="Segnaposto testo 23"/>
          <p:cNvSpPr>
            <a:spLocks noGrp="1"/>
          </p:cNvSpPr>
          <p:nvPr>
            <p:ph type="body" sz="quarter" idx="17"/>
          </p:nvPr>
        </p:nvSpPr>
        <p:spPr>
          <a:xfrm>
            <a:off x="3353175" y="3191288"/>
            <a:ext cx="4391960" cy="134998"/>
          </a:xfrm>
          <a:prstGeom prst="rect">
            <a:avLst/>
          </a:prstGeom>
        </p:spPr>
        <p:txBody>
          <a:bodyPr vert="horz" lIns="0" tIns="0" rIns="68579" bIns="0" anchor="ctr" anchorCtr="0"/>
          <a:lstStyle>
            <a:lvl1pPr marL="0" indent="0">
              <a:buNone/>
              <a:defRPr sz="800" baseline="0">
                <a:solidFill>
                  <a:schemeClr val="bg1"/>
                </a:solidFill>
                <a:latin typeface="TIM Sans" panose="00000500000000000000" pitchFamily="50" charset="0"/>
              </a:defRPr>
            </a:lvl1pPr>
            <a:lvl2pPr>
              <a:defRPr sz="600" baseline="0">
                <a:solidFill>
                  <a:schemeClr val="accent1"/>
                </a:solidFill>
                <a:latin typeface="Arial"/>
              </a:defRPr>
            </a:lvl2pPr>
            <a:lvl3pPr>
              <a:defRPr sz="600" baseline="0">
                <a:solidFill>
                  <a:schemeClr val="accent1"/>
                </a:solidFill>
                <a:latin typeface="Arial"/>
              </a:defRPr>
            </a:lvl3pPr>
            <a:lvl4pPr>
              <a:defRPr sz="600" baseline="0">
                <a:solidFill>
                  <a:schemeClr val="accent1"/>
                </a:solidFill>
                <a:latin typeface="Arial"/>
              </a:defRPr>
            </a:lvl4pPr>
            <a:lvl5pPr>
              <a:defRPr sz="600" baseline="0">
                <a:solidFill>
                  <a:schemeClr val="accent1"/>
                </a:solidFill>
                <a:latin typeface="Arial"/>
              </a:defRPr>
            </a:lvl5pPr>
          </a:lstStyle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938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9563" y="270272"/>
            <a:ext cx="84597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/>
              <a:t>Click to edit Master title style</a:t>
            </a:r>
          </a:p>
        </p:txBody>
      </p:sp>
      <p:sp>
        <p:nvSpPr>
          <p:cNvPr id="10" name="Segnaposto testo 19"/>
          <p:cNvSpPr>
            <a:spLocks noGrp="1"/>
          </p:cNvSpPr>
          <p:nvPr>
            <p:ph type="body" sz="quarter" idx="12" hasCustomPrompt="1"/>
          </p:nvPr>
        </p:nvSpPr>
        <p:spPr>
          <a:xfrm>
            <a:off x="740724" y="750257"/>
            <a:ext cx="7920000" cy="1576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 sz="1100" b="1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marL="0" marR="0" lvl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/>
            </a:pPr>
            <a:r>
              <a:rPr lang="pt-BR" noProof="0"/>
              <a:t>Argomento #1 in TIM Sans Grassetto 14 pt</a:t>
            </a:r>
          </a:p>
          <a:p>
            <a:pPr lvl="0"/>
            <a:endParaRPr lang="pt-BR" noProof="0"/>
          </a:p>
        </p:txBody>
      </p:sp>
      <p:sp>
        <p:nvSpPr>
          <p:cNvPr id="11" name="Segnaposto testo 19"/>
          <p:cNvSpPr>
            <a:spLocks noGrp="1"/>
          </p:cNvSpPr>
          <p:nvPr>
            <p:ph type="body" sz="quarter" idx="20" hasCustomPrompt="1"/>
          </p:nvPr>
        </p:nvSpPr>
        <p:spPr>
          <a:xfrm>
            <a:off x="740724" y="924588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Sottotitolo in TIM Sans 12 pt</a:t>
            </a:r>
          </a:p>
        </p:txBody>
      </p:sp>
      <p:sp>
        <p:nvSpPr>
          <p:cNvPr id="12" name="Segnaposto testo 19"/>
          <p:cNvSpPr>
            <a:spLocks noGrp="1"/>
          </p:cNvSpPr>
          <p:nvPr>
            <p:ph type="body" sz="quarter" idx="39" hasCustomPrompt="1"/>
          </p:nvPr>
        </p:nvSpPr>
        <p:spPr>
          <a:xfrm>
            <a:off x="740724" y="1722365"/>
            <a:ext cx="7920000" cy="1576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 sz="1100" b="1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marL="0" marR="0" lvl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/>
            </a:pPr>
            <a:r>
              <a:rPr lang="pt-BR" noProof="0"/>
              <a:t>Argomento #2 in TIM Sans Grassetto 14 pt</a:t>
            </a:r>
          </a:p>
          <a:p>
            <a:pPr lvl="0"/>
            <a:endParaRPr lang="pt-BR" noProof="0"/>
          </a:p>
        </p:txBody>
      </p:sp>
      <p:sp>
        <p:nvSpPr>
          <p:cNvPr id="13" name="Segnaposto testo 19"/>
          <p:cNvSpPr>
            <a:spLocks noGrp="1"/>
          </p:cNvSpPr>
          <p:nvPr>
            <p:ph type="body" sz="quarter" idx="40" hasCustomPrompt="1"/>
          </p:nvPr>
        </p:nvSpPr>
        <p:spPr>
          <a:xfrm>
            <a:off x="740724" y="1896696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Sottotitolo in TIM Sans 12 pt</a:t>
            </a:r>
          </a:p>
        </p:txBody>
      </p:sp>
      <p:sp>
        <p:nvSpPr>
          <p:cNvPr id="14" name="Segnaposto testo 19"/>
          <p:cNvSpPr>
            <a:spLocks noGrp="1"/>
          </p:cNvSpPr>
          <p:nvPr>
            <p:ph type="body" sz="quarter" idx="42" hasCustomPrompt="1"/>
          </p:nvPr>
        </p:nvSpPr>
        <p:spPr>
          <a:xfrm>
            <a:off x="740724" y="2694473"/>
            <a:ext cx="7920000" cy="1576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 sz="1100" b="1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marL="0" marR="0" lvl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/>
            </a:pPr>
            <a:r>
              <a:rPr lang="pt-BR" noProof="0"/>
              <a:t>Argomento #3 in TIM Sans Grassetto 14 pt</a:t>
            </a:r>
          </a:p>
          <a:p>
            <a:pPr lvl="0"/>
            <a:endParaRPr lang="pt-BR" noProof="0"/>
          </a:p>
        </p:txBody>
      </p:sp>
      <p:sp>
        <p:nvSpPr>
          <p:cNvPr id="15" name="Segnaposto testo 19"/>
          <p:cNvSpPr>
            <a:spLocks noGrp="1"/>
          </p:cNvSpPr>
          <p:nvPr>
            <p:ph type="body" sz="quarter" idx="43" hasCustomPrompt="1"/>
          </p:nvPr>
        </p:nvSpPr>
        <p:spPr>
          <a:xfrm>
            <a:off x="740724" y="2868804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Sottotitolo in TIM Sans 12 pt</a:t>
            </a:r>
          </a:p>
        </p:txBody>
      </p:sp>
      <p:sp>
        <p:nvSpPr>
          <p:cNvPr id="16" name="Segnaposto testo 19"/>
          <p:cNvSpPr>
            <a:spLocks noGrp="1"/>
          </p:cNvSpPr>
          <p:nvPr>
            <p:ph type="body" sz="quarter" idx="45" hasCustomPrompt="1"/>
          </p:nvPr>
        </p:nvSpPr>
        <p:spPr>
          <a:xfrm>
            <a:off x="740724" y="3666581"/>
            <a:ext cx="7920000" cy="1576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 sz="1100" b="1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marL="0" marR="0" lvl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 typeface="Franklin Gothic Demi" pitchFamily="34" charset="0"/>
              <a:buNone/>
              <a:tabLst/>
              <a:defRPr/>
            </a:pPr>
            <a:r>
              <a:rPr lang="pt-BR" noProof="0"/>
              <a:t>Argomento #4 in TIM Sans Grassetto 14 pt</a:t>
            </a:r>
          </a:p>
          <a:p>
            <a:pPr lvl="0"/>
            <a:endParaRPr lang="pt-BR" noProof="0"/>
          </a:p>
        </p:txBody>
      </p:sp>
      <p:sp>
        <p:nvSpPr>
          <p:cNvPr id="17" name="Segnaposto testo 19"/>
          <p:cNvSpPr>
            <a:spLocks noGrp="1"/>
          </p:cNvSpPr>
          <p:nvPr>
            <p:ph type="body" sz="quarter" idx="46" hasCustomPrompt="1"/>
          </p:nvPr>
        </p:nvSpPr>
        <p:spPr>
          <a:xfrm>
            <a:off x="740724" y="3840912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 i="0" baseline="0">
                <a:solidFill>
                  <a:srgbClr val="A0A0A0"/>
                </a:solidFill>
                <a:latin typeface="TIM Sans" panose="00000500000000000000" pitchFamily="50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Sottotitolo in TIM Sans 12 pt</a:t>
            </a:r>
          </a:p>
        </p:txBody>
      </p:sp>
      <p:sp>
        <p:nvSpPr>
          <p:cNvPr id="18" name="Segnaposto testo 19"/>
          <p:cNvSpPr>
            <a:spLocks noGrp="1"/>
          </p:cNvSpPr>
          <p:nvPr>
            <p:ph type="body" sz="quarter" idx="48" hasCustomPrompt="1"/>
          </p:nvPr>
        </p:nvSpPr>
        <p:spPr>
          <a:xfrm>
            <a:off x="740724" y="1140612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 i="0" baseline="0">
                <a:solidFill>
                  <a:srgbClr val="A0A0A0"/>
                </a:solidFill>
                <a:latin typeface="TIM Sans Light" panose="00000400000000000000" pitchFamily="2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Dettaglio TIM Sans Light 10 pt</a:t>
            </a:r>
          </a:p>
        </p:txBody>
      </p:sp>
      <p:sp>
        <p:nvSpPr>
          <p:cNvPr id="19" name="Segnaposto testo 19"/>
          <p:cNvSpPr>
            <a:spLocks noGrp="1"/>
          </p:cNvSpPr>
          <p:nvPr>
            <p:ph type="body" sz="quarter" idx="49" hasCustomPrompt="1"/>
          </p:nvPr>
        </p:nvSpPr>
        <p:spPr>
          <a:xfrm>
            <a:off x="740724" y="2112720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 i="0" baseline="0">
                <a:solidFill>
                  <a:srgbClr val="A0A0A0"/>
                </a:solidFill>
                <a:latin typeface="TIM Sans Light" panose="00000400000000000000" pitchFamily="2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Dettaglio TIM Sans Light 10 pt</a:t>
            </a:r>
          </a:p>
        </p:txBody>
      </p:sp>
      <p:sp>
        <p:nvSpPr>
          <p:cNvPr id="20" name="Segnaposto testo 19"/>
          <p:cNvSpPr>
            <a:spLocks noGrp="1"/>
          </p:cNvSpPr>
          <p:nvPr>
            <p:ph type="body" sz="quarter" idx="50" hasCustomPrompt="1"/>
          </p:nvPr>
        </p:nvSpPr>
        <p:spPr>
          <a:xfrm>
            <a:off x="740724" y="3093166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7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0000"/>
              <a:buFontTx/>
              <a:buNone/>
              <a:tabLst/>
              <a:defRPr sz="800" b="0" i="0" baseline="0">
                <a:solidFill>
                  <a:srgbClr val="A0A0A0"/>
                </a:solidFill>
                <a:latin typeface="TIM Sans Light" panose="00000400000000000000" pitchFamily="2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Dettaglio TIM Sans Light 10 pt</a:t>
            </a:r>
          </a:p>
        </p:txBody>
      </p:sp>
      <p:sp>
        <p:nvSpPr>
          <p:cNvPr id="21" name="Segnaposto testo 19"/>
          <p:cNvSpPr>
            <a:spLocks noGrp="1"/>
          </p:cNvSpPr>
          <p:nvPr>
            <p:ph type="body" sz="quarter" idx="51" hasCustomPrompt="1"/>
          </p:nvPr>
        </p:nvSpPr>
        <p:spPr>
          <a:xfrm>
            <a:off x="740724" y="4069472"/>
            <a:ext cx="7920000" cy="189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 i="0" baseline="0">
                <a:solidFill>
                  <a:srgbClr val="A0A0A0"/>
                </a:solidFill>
                <a:latin typeface="TIM Sans Light" panose="00000400000000000000" pitchFamily="2" charset="0"/>
                <a:cs typeface="Arial"/>
              </a:defRPr>
            </a:lvl1pPr>
            <a:lvl2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2pPr>
            <a:lvl3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3pPr>
            <a:lvl4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4pPr>
            <a:lvl5pPr marL="0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accent6"/>
                </a:solidFill>
                <a:latin typeface="Franklin Gothic Medium"/>
              </a:defRPr>
            </a:lvl5pPr>
          </a:lstStyle>
          <a:p>
            <a:pPr lvl="0"/>
            <a:r>
              <a:rPr lang="pt-BR" noProof="0"/>
              <a:t>Dettaglio TIM Sans Light 10 pt</a:t>
            </a:r>
          </a:p>
        </p:txBody>
      </p:sp>
      <p:sp>
        <p:nvSpPr>
          <p:cNvPr id="22" name="Segnaposto data 7"/>
          <p:cNvSpPr>
            <a:spLocks noGrp="1"/>
          </p:cNvSpPr>
          <p:nvPr>
            <p:ph type="dt" sz="quarter" idx="2"/>
          </p:nvPr>
        </p:nvSpPr>
        <p:spPr>
          <a:xfrm>
            <a:off x="4118317" y="4742263"/>
            <a:ext cx="4267200" cy="158353"/>
          </a:xfrm>
          <a:prstGeom prst="rect">
            <a:avLst/>
          </a:prstGeom>
        </p:spPr>
        <p:txBody>
          <a:bodyPr/>
          <a:lstStyle>
            <a:lvl1pPr>
              <a:defRPr lang="it-IT" smtClean="0">
                <a:solidFill>
                  <a:schemeClr val="tx1"/>
                </a:solidFill>
              </a:defRPr>
            </a:lvl1pPr>
          </a:lstStyle>
          <a:p>
            <a:r>
              <a:rPr lang="pt-BR"/>
              <a:t>Titulo da Apresentacao</a:t>
            </a:r>
          </a:p>
        </p:txBody>
      </p:sp>
      <p:sp>
        <p:nvSpPr>
          <p:cNvPr id="23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118317" y="4850609"/>
            <a:ext cx="4267200" cy="165497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accent5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Nome do Autor, Nome Area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700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9563" y="270272"/>
            <a:ext cx="84597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/>
              <a:t>Click to edit Master title style</a:t>
            </a:r>
          </a:p>
        </p:txBody>
      </p:sp>
      <p:sp>
        <p:nvSpPr>
          <p:cNvPr id="5" name="Content Placeholder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294953" y="714376"/>
            <a:ext cx="8450262" cy="391674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214308" marR="0" indent="-214308" algn="l" defTabSz="685783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40000"/>
              </a:spcAft>
              <a:buClr>
                <a:srgbClr val="EB0028"/>
              </a:buClr>
              <a:buSzPct val="50000"/>
              <a:buFontTx/>
              <a:buBlip>
                <a:blip r:embed="rId2"/>
              </a:buBlip>
              <a:tabLst/>
              <a:defRPr sz="1400">
                <a:solidFill>
                  <a:schemeClr val="accent5"/>
                </a:solidFill>
                <a:latin typeface="TIM Sans" panose="00000500000000000000" pitchFamily="50" charset="0"/>
              </a:defRPr>
            </a:lvl1pPr>
            <a:lvl2pPr marL="334558" indent="-214308">
              <a:lnSpc>
                <a:spcPct val="100000"/>
              </a:lnSpc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  <a:defRPr>
                <a:solidFill>
                  <a:schemeClr val="accent4"/>
                </a:solidFill>
                <a:latin typeface="TIM Sans" panose="00000500000000000000" pitchFamily="50" charset="0"/>
              </a:defRPr>
            </a:lvl2pPr>
            <a:lvl3pPr marL="728645" indent="-214308"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  <a:defRPr>
                <a:solidFill>
                  <a:schemeClr val="accent4"/>
                </a:solidFill>
                <a:latin typeface="TIM Sans" panose="00000500000000000000" pitchFamily="50" charset="0"/>
              </a:defRPr>
            </a:lvl3pPr>
          </a:lstStyle>
          <a:p>
            <a:pPr lvl="0"/>
            <a:r>
              <a:rPr lang="pt-BR" noProof="0" dirty="0" err="1"/>
              <a:t>Argomento</a:t>
            </a:r>
            <a:r>
              <a:rPr lang="pt-BR" noProof="0" dirty="0"/>
              <a:t> #1 in TIM </a:t>
            </a:r>
            <a:r>
              <a:rPr lang="pt-BR" noProof="0" dirty="0" err="1"/>
              <a:t>Sans</a:t>
            </a:r>
            <a:r>
              <a:rPr lang="pt-BR" noProof="0" dirty="0"/>
              <a:t> 18 </a:t>
            </a:r>
            <a:r>
              <a:rPr lang="pt-BR" noProof="0" dirty="0" err="1"/>
              <a:t>pt</a:t>
            </a:r>
            <a:endParaRPr lang="pt-BR" noProof="0" dirty="0"/>
          </a:p>
          <a:p>
            <a:pPr marL="214308" marR="0" lvl="0" indent="-214308" algn="l" defTabSz="685783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40000"/>
              </a:spcAft>
              <a:buClr>
                <a:srgbClr val="EB0028"/>
              </a:buClr>
              <a:buSzPct val="50000"/>
              <a:buFontTx/>
              <a:buBlip>
                <a:blip r:embed="rId2"/>
              </a:buBlip>
              <a:tabLst/>
              <a:defRPr/>
            </a:pPr>
            <a:r>
              <a:rPr lang="pt-BR" noProof="0" dirty="0" err="1"/>
              <a:t>Argomento</a:t>
            </a:r>
            <a:r>
              <a:rPr lang="pt-BR" noProof="0" dirty="0"/>
              <a:t> #2 in TIM </a:t>
            </a:r>
            <a:r>
              <a:rPr lang="pt-BR" noProof="0" dirty="0" err="1"/>
              <a:t>Sans</a:t>
            </a:r>
            <a:r>
              <a:rPr lang="pt-BR" noProof="0" dirty="0"/>
              <a:t> 18 </a:t>
            </a:r>
            <a:r>
              <a:rPr lang="pt-BR" noProof="0" dirty="0" err="1"/>
              <a:t>pt</a:t>
            </a:r>
            <a:endParaRPr lang="pt-BR" noProof="0" dirty="0"/>
          </a:p>
          <a:p>
            <a:pPr marL="214308" marR="0" lvl="0" indent="-214308" algn="l" defTabSz="685783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40000"/>
              </a:spcAft>
              <a:buClr>
                <a:srgbClr val="EB0028"/>
              </a:buClr>
              <a:buSzPct val="50000"/>
              <a:buFontTx/>
              <a:buBlip>
                <a:blip r:embed="rId2"/>
              </a:buBlip>
              <a:tabLst/>
              <a:defRPr/>
            </a:pPr>
            <a:r>
              <a:rPr lang="pt-BR" noProof="0" dirty="0" err="1"/>
              <a:t>Argomento</a:t>
            </a:r>
            <a:r>
              <a:rPr lang="pt-BR" noProof="0" dirty="0"/>
              <a:t> #3 in TIM </a:t>
            </a:r>
            <a:r>
              <a:rPr lang="pt-BR" noProof="0" dirty="0" err="1"/>
              <a:t>Sans</a:t>
            </a:r>
            <a:r>
              <a:rPr lang="pt-BR" noProof="0" dirty="0"/>
              <a:t> 18 </a:t>
            </a:r>
            <a:r>
              <a:rPr lang="pt-BR" noProof="0" dirty="0" err="1"/>
              <a:t>pt</a:t>
            </a:r>
            <a:endParaRPr lang="pt-BR" noProof="0" dirty="0"/>
          </a:p>
        </p:txBody>
      </p:sp>
      <p:sp>
        <p:nvSpPr>
          <p:cNvPr id="6" name="Segnaposto data 7"/>
          <p:cNvSpPr>
            <a:spLocks noGrp="1"/>
          </p:cNvSpPr>
          <p:nvPr>
            <p:ph type="dt" sz="quarter" idx="2"/>
          </p:nvPr>
        </p:nvSpPr>
        <p:spPr>
          <a:xfrm>
            <a:off x="4118317" y="4742263"/>
            <a:ext cx="4267200" cy="158353"/>
          </a:xfrm>
          <a:prstGeom prst="rect">
            <a:avLst/>
          </a:prstGeom>
        </p:spPr>
        <p:txBody>
          <a:bodyPr/>
          <a:lstStyle>
            <a:lvl1pPr>
              <a:defRPr lang="it-IT" smtClean="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Cidades Critica</a:t>
            </a:r>
          </a:p>
        </p:txBody>
      </p:sp>
      <p:sp>
        <p:nvSpPr>
          <p:cNvPr id="7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118317" y="4850609"/>
            <a:ext cx="4267200" cy="165497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accent5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dirty="0"/>
              <a:t>Ageu Guerra , TNE MAE</a:t>
            </a:r>
          </a:p>
        </p:txBody>
      </p:sp>
    </p:spTree>
    <p:extLst>
      <p:ext uri="{BB962C8B-B14F-4D97-AF65-F5344CB8AC3E}">
        <p14:creationId xmlns:p14="http://schemas.microsoft.com/office/powerpoint/2010/main" val="76444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9563" y="270272"/>
            <a:ext cx="84597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/>
              <a:t>Click to edit Master title style</a:t>
            </a:r>
          </a:p>
        </p:txBody>
      </p:sp>
      <p:sp>
        <p:nvSpPr>
          <p:cNvPr id="11" name="Content Placeholder 3"/>
          <p:cNvSpPr>
            <a:spLocks noGrp="1" noChangeArrowheads="1"/>
          </p:cNvSpPr>
          <p:nvPr>
            <p:ph idx="1"/>
          </p:nvPr>
        </p:nvSpPr>
        <p:spPr bwMode="auto">
          <a:xfrm>
            <a:off x="309562" y="714376"/>
            <a:ext cx="8450262" cy="3916746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>
                <a:solidFill>
                  <a:schemeClr val="accent5"/>
                </a:solidFill>
                <a:latin typeface="TIM Sans" panose="00000500000000000000" pitchFamily="50" charset="0"/>
              </a:defRPr>
            </a:lvl1pPr>
            <a:lvl2pPr>
              <a:defRPr>
                <a:solidFill>
                  <a:schemeClr val="accent5"/>
                </a:solidFill>
                <a:latin typeface="TIM Sans" panose="00000500000000000000" pitchFamily="50" charset="0"/>
              </a:defRPr>
            </a:lvl2pPr>
            <a:lvl3pPr>
              <a:defRPr>
                <a:solidFill>
                  <a:schemeClr val="accent5"/>
                </a:solidFill>
                <a:latin typeface="TIM Sans" panose="00000500000000000000" pitchFamily="50" charset="0"/>
              </a:defRPr>
            </a:lvl3pPr>
          </a:lstStyle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</p:txBody>
      </p:sp>
      <p:sp>
        <p:nvSpPr>
          <p:cNvPr id="6" name="Segnaposto data 7"/>
          <p:cNvSpPr>
            <a:spLocks noGrp="1"/>
          </p:cNvSpPr>
          <p:nvPr>
            <p:ph type="dt" sz="quarter" idx="2"/>
          </p:nvPr>
        </p:nvSpPr>
        <p:spPr>
          <a:xfrm>
            <a:off x="4118317" y="4742263"/>
            <a:ext cx="4267200" cy="158353"/>
          </a:xfrm>
          <a:prstGeom prst="rect">
            <a:avLst/>
          </a:prstGeom>
        </p:spPr>
        <p:txBody>
          <a:bodyPr/>
          <a:lstStyle>
            <a:lvl1pPr>
              <a:defRPr lang="it-IT" smtClean="0">
                <a:solidFill>
                  <a:schemeClr val="tx1"/>
                </a:solidFill>
              </a:defRPr>
            </a:lvl1pPr>
          </a:lstStyle>
          <a:p>
            <a:r>
              <a:rPr lang="pt-BR"/>
              <a:t>Titulo da Apresentacao</a:t>
            </a:r>
            <a:endParaRPr lang="pt-BR" dirty="0"/>
          </a:p>
        </p:txBody>
      </p:sp>
      <p:sp>
        <p:nvSpPr>
          <p:cNvPr id="7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118317" y="4850609"/>
            <a:ext cx="4267200" cy="165497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accent5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Nome do Autor, Nome Area</a:t>
            </a:r>
          </a:p>
        </p:txBody>
      </p:sp>
    </p:spTree>
    <p:extLst>
      <p:ext uri="{BB962C8B-B14F-4D97-AF65-F5344CB8AC3E}">
        <p14:creationId xmlns:p14="http://schemas.microsoft.com/office/powerpoint/2010/main" val="183346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7"/>
          <p:cNvSpPr>
            <a:spLocks noGrp="1"/>
          </p:cNvSpPr>
          <p:nvPr>
            <p:ph type="body" sz="quarter" idx="10"/>
          </p:nvPr>
        </p:nvSpPr>
        <p:spPr>
          <a:xfrm>
            <a:off x="309563" y="606807"/>
            <a:ext cx="8474397" cy="297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50000"/>
              </a:lnSpc>
              <a:defRPr lang="it-IT" sz="1100" kern="1200" dirty="0">
                <a:solidFill>
                  <a:schemeClr val="accent4"/>
                </a:solidFill>
                <a:latin typeface="TIM Sans" panose="00000500000000000000" pitchFamily="50" charset="0"/>
                <a:ea typeface="+mj-ea"/>
                <a:cs typeface="TIM Sans" panose="00000500000000000000" pitchFamily="50" charset="0"/>
              </a:defRPr>
            </a:lvl1pPr>
          </a:lstStyle>
          <a:p>
            <a:pPr lvl="0"/>
            <a:r>
              <a:rPr lang="pt-BR" noProof="0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9563" y="270272"/>
            <a:ext cx="8459788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/>
              <a:t>Click to edit Master title style</a:t>
            </a:r>
          </a:p>
        </p:txBody>
      </p:sp>
      <p:sp>
        <p:nvSpPr>
          <p:cNvPr id="7" name="Content Placeholder 3"/>
          <p:cNvSpPr>
            <a:spLocks noGrp="1" noChangeArrowheads="1"/>
          </p:cNvSpPr>
          <p:nvPr>
            <p:ph idx="1"/>
          </p:nvPr>
        </p:nvSpPr>
        <p:spPr bwMode="auto">
          <a:xfrm>
            <a:off x="309562" y="1070810"/>
            <a:ext cx="8450262" cy="3560311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>
                <a:solidFill>
                  <a:schemeClr val="accent5"/>
                </a:solidFill>
                <a:latin typeface="TIM Sans" panose="00000500000000000000" pitchFamily="50" charset="0"/>
              </a:defRPr>
            </a:lvl1pPr>
            <a:lvl2pPr>
              <a:defRPr>
                <a:solidFill>
                  <a:schemeClr val="accent5"/>
                </a:solidFill>
                <a:latin typeface="TIM Sans" panose="00000500000000000000" pitchFamily="50" charset="0"/>
              </a:defRPr>
            </a:lvl2pPr>
            <a:lvl3pPr>
              <a:defRPr>
                <a:solidFill>
                  <a:schemeClr val="accent5"/>
                </a:solidFill>
                <a:latin typeface="TIM Sans" panose="00000500000000000000" pitchFamily="50" charset="0"/>
              </a:defRPr>
            </a:lvl3pPr>
          </a:lstStyle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5505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9563" y="270272"/>
            <a:ext cx="8459788" cy="2667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noProof="0" dirty="0"/>
              <a:t>Click </a:t>
            </a:r>
            <a:r>
              <a:rPr lang="pt-BR" noProof="0" dirty="0" err="1"/>
              <a:t>to</a:t>
            </a:r>
            <a:r>
              <a:rPr lang="pt-BR" noProof="0" dirty="0"/>
              <a:t> </a:t>
            </a:r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title</a:t>
            </a:r>
            <a:r>
              <a:rPr lang="pt-BR" noProof="0" dirty="0"/>
              <a:t> </a:t>
            </a:r>
            <a:r>
              <a:rPr lang="pt-BR" noProof="0" dirty="0" err="1"/>
              <a:t>style</a:t>
            </a:r>
            <a:endParaRPr lang="pt-BR" noProof="0" dirty="0"/>
          </a:p>
        </p:txBody>
      </p:sp>
      <p:sp>
        <p:nvSpPr>
          <p:cNvPr id="5" name="Segnaposto testo 7"/>
          <p:cNvSpPr>
            <a:spLocks noGrp="1"/>
          </p:cNvSpPr>
          <p:nvPr>
            <p:ph type="body" sz="quarter" idx="13"/>
          </p:nvPr>
        </p:nvSpPr>
        <p:spPr>
          <a:xfrm>
            <a:off x="309562" y="714377"/>
            <a:ext cx="8449940" cy="3916747"/>
          </a:xfrm>
          <a:prstGeom prst="rect">
            <a:avLst/>
          </a:prstGeom>
        </p:spPr>
        <p:txBody>
          <a:bodyPr/>
          <a:lstStyle>
            <a:lvl1pPr marL="214308" indent="-214308">
              <a:buClr>
                <a:srgbClr val="EB0028"/>
              </a:buClr>
              <a:buSzPct val="150000"/>
              <a:buFont typeface="Arial" panose="020B0604020202020204" pitchFamily="34" charset="0"/>
              <a:buChar char="•"/>
              <a:defRPr>
                <a:latin typeface="TIM Sans" panose="00000500000000000000" pitchFamily="2" charset="0"/>
              </a:defRPr>
            </a:lvl1pPr>
            <a:lvl2pPr marL="548865" indent="-214308">
              <a:buClr>
                <a:srgbClr val="EB0028"/>
              </a:buClr>
              <a:buSzPct val="150000"/>
              <a:buFont typeface="Arial" panose="020B0604020202020204" pitchFamily="34" charset="0"/>
              <a:buChar char="•"/>
              <a:defRPr>
                <a:latin typeface="TIM Sans" panose="00000500000000000000" pitchFamily="2" charset="0"/>
              </a:defRPr>
            </a:lvl2pPr>
            <a:lvl3pPr marL="884613" indent="-214308">
              <a:buClr>
                <a:srgbClr val="EB0028"/>
              </a:buClr>
              <a:buSzPct val="100000"/>
              <a:buFont typeface="TIM Sans" panose="00000500000000000000" pitchFamily="50" charset="0"/>
              <a:buChar char="–"/>
              <a:defRPr>
                <a:latin typeface="TIM Sans" panose="00000500000000000000" pitchFamily="2" charset="0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6410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ubtitl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9563" y="270272"/>
            <a:ext cx="8459788" cy="2667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noProof="0" dirty="0"/>
              <a:t>Click </a:t>
            </a:r>
            <a:r>
              <a:rPr lang="pt-BR" noProof="0" dirty="0" err="1"/>
              <a:t>to</a:t>
            </a:r>
            <a:r>
              <a:rPr lang="pt-BR" noProof="0" dirty="0"/>
              <a:t> </a:t>
            </a:r>
            <a:r>
              <a:rPr lang="pt-BR" noProof="0" dirty="0" err="1"/>
              <a:t>edit</a:t>
            </a:r>
            <a:r>
              <a:rPr lang="pt-BR" noProof="0" dirty="0"/>
              <a:t> Master </a:t>
            </a:r>
            <a:r>
              <a:rPr lang="pt-BR" noProof="0" dirty="0" err="1"/>
              <a:t>title</a:t>
            </a:r>
            <a:r>
              <a:rPr lang="pt-BR" noProof="0" dirty="0"/>
              <a:t> </a:t>
            </a:r>
            <a:r>
              <a:rPr lang="pt-BR" noProof="0" dirty="0" err="1"/>
              <a:t>style</a:t>
            </a:r>
            <a:endParaRPr lang="pt-BR" noProof="0" dirty="0"/>
          </a:p>
        </p:txBody>
      </p:sp>
      <p:sp>
        <p:nvSpPr>
          <p:cNvPr id="6" name="Segnaposto testo 7"/>
          <p:cNvSpPr>
            <a:spLocks noGrp="1"/>
          </p:cNvSpPr>
          <p:nvPr>
            <p:ph type="body" sz="quarter" idx="13"/>
          </p:nvPr>
        </p:nvSpPr>
        <p:spPr>
          <a:xfrm>
            <a:off x="295276" y="1021690"/>
            <a:ext cx="8449940" cy="3597937"/>
          </a:xfrm>
          <a:prstGeom prst="rect">
            <a:avLst/>
          </a:prstGeom>
        </p:spPr>
        <p:txBody>
          <a:bodyPr/>
          <a:lstStyle>
            <a:lvl1pPr marL="214308" indent="-214308">
              <a:buClr>
                <a:srgbClr val="EB0028"/>
              </a:buClr>
              <a:buSzPct val="150000"/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548865" indent="-214308">
              <a:buClr>
                <a:srgbClr val="EB0028"/>
              </a:buClr>
              <a:buSzPct val="15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884613" indent="-214308">
              <a:buClr>
                <a:srgbClr val="EB0028"/>
              </a:buClr>
              <a:buSzPct val="100000"/>
              <a:buFont typeface="TIM Sans" panose="00000500000000000000" pitchFamily="50" charset="0"/>
              <a:buChar char="–"/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</p:txBody>
      </p:sp>
      <p:sp>
        <p:nvSpPr>
          <p:cNvPr id="7" name="Segnaposto data 7"/>
          <p:cNvSpPr>
            <a:spLocks noGrp="1"/>
          </p:cNvSpPr>
          <p:nvPr>
            <p:ph type="dt" sz="quarter" idx="2"/>
          </p:nvPr>
        </p:nvSpPr>
        <p:spPr>
          <a:xfrm>
            <a:off x="4118317" y="4742263"/>
            <a:ext cx="4267200" cy="158353"/>
          </a:xfrm>
          <a:prstGeom prst="rect">
            <a:avLst/>
          </a:prstGeom>
        </p:spPr>
        <p:txBody>
          <a:bodyPr/>
          <a:lstStyle>
            <a:lvl1pPr>
              <a:defRPr lang="it-IT" smtClean="0"/>
            </a:lvl1pPr>
          </a:lstStyle>
          <a:p>
            <a:r>
              <a:rPr lang="pt-BR" noProof="0"/>
              <a:t>Titulo da Apresentacao</a:t>
            </a:r>
          </a:p>
        </p:txBody>
      </p:sp>
      <p:sp>
        <p:nvSpPr>
          <p:cNvPr id="8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118317" y="4850609"/>
            <a:ext cx="4267200" cy="165497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accent5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Nome do Autor, Nome Area</a:t>
            </a:r>
          </a:p>
        </p:txBody>
      </p:sp>
      <p:sp>
        <p:nvSpPr>
          <p:cNvPr id="9" name="Segnaposto testo 7"/>
          <p:cNvSpPr>
            <a:spLocks noGrp="1"/>
          </p:cNvSpPr>
          <p:nvPr>
            <p:ph type="body" sz="quarter" idx="10"/>
          </p:nvPr>
        </p:nvSpPr>
        <p:spPr>
          <a:xfrm>
            <a:off x="309563" y="606807"/>
            <a:ext cx="8474397" cy="297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noAutofit/>
          </a:bodyPr>
          <a:lstStyle>
            <a:lvl1pPr>
              <a:defRPr lang="en-US" sz="1100" smtClean="0">
                <a:solidFill>
                  <a:schemeClr val="accent4"/>
                </a:solidFill>
                <a:latin typeface="TIM Sans" panose="00000500000000000000" pitchFamily="50" charset="0"/>
                <a:ea typeface="+mj-ea"/>
                <a:cs typeface="TIM Sans" panose="00000500000000000000" pitchFamily="50" charset="0"/>
              </a:defRPr>
            </a:lvl1pPr>
          </a:lstStyle>
          <a:p>
            <a:pPr lvl="0">
              <a:lnSpc>
                <a:spcPct val="50000"/>
              </a:lnSpc>
            </a:pPr>
            <a:r>
              <a:rPr lang="pt-BR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8521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09563" y="270272"/>
            <a:ext cx="8459788" cy="2667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noProof="0"/>
              <a:t>Click to edit Master title style</a:t>
            </a:r>
          </a:p>
        </p:txBody>
      </p:sp>
      <p:sp>
        <p:nvSpPr>
          <p:cNvPr id="5" name="Segnaposto testo 7"/>
          <p:cNvSpPr>
            <a:spLocks noGrp="1"/>
          </p:cNvSpPr>
          <p:nvPr>
            <p:ph type="body" sz="quarter" idx="12"/>
          </p:nvPr>
        </p:nvSpPr>
        <p:spPr>
          <a:xfrm>
            <a:off x="309565" y="810752"/>
            <a:ext cx="4140893" cy="41458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noAutofit/>
          </a:bodyPr>
          <a:lstStyle>
            <a:lvl1pPr>
              <a:defRPr lang="it-IT" sz="1100" kern="1200" dirty="0">
                <a:solidFill>
                  <a:srgbClr val="EB0028"/>
                </a:solidFill>
                <a:latin typeface="TIM Sans" panose="02020503040602060503" pitchFamily="18" charset="0"/>
                <a:ea typeface="+mj-ea"/>
                <a:cs typeface="TIM Sans" panose="02020503040602060503" pitchFamily="18" charset="0"/>
              </a:defRPr>
            </a:lvl1pPr>
          </a:lstStyle>
          <a:p>
            <a:pPr lvl="0"/>
            <a:r>
              <a:rPr lang="pt-BR" noProof="0"/>
              <a:t>Click to edit Master text styles</a:t>
            </a:r>
          </a:p>
        </p:txBody>
      </p:sp>
      <p:sp>
        <p:nvSpPr>
          <p:cNvPr id="6" name="Segnaposto contenuto 3"/>
          <p:cNvSpPr>
            <a:spLocks noGrp="1"/>
          </p:cNvSpPr>
          <p:nvPr>
            <p:ph sz="half" idx="2"/>
          </p:nvPr>
        </p:nvSpPr>
        <p:spPr>
          <a:xfrm>
            <a:off x="304478" y="1134790"/>
            <a:ext cx="4145979" cy="3265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defRPr sz="1100">
                <a:solidFill>
                  <a:schemeClr val="accent5"/>
                </a:solidFill>
              </a:defRPr>
            </a:lvl1pPr>
            <a:lvl2pPr>
              <a:defRPr sz="1500">
                <a:solidFill>
                  <a:schemeClr val="accent1"/>
                </a:solidFill>
              </a:defRPr>
            </a:lvl2pPr>
            <a:lvl3pPr>
              <a:defRPr sz="14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200">
                <a:solidFill>
                  <a:schemeClr val="accent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noProof="0"/>
              <a:t>Click to edit Master text styles</a:t>
            </a:r>
          </a:p>
        </p:txBody>
      </p:sp>
      <p:sp>
        <p:nvSpPr>
          <p:cNvPr id="7" name="Segnaposto contenuto 5"/>
          <p:cNvSpPr>
            <a:spLocks noGrp="1"/>
          </p:cNvSpPr>
          <p:nvPr>
            <p:ph sz="quarter" idx="4"/>
          </p:nvPr>
        </p:nvSpPr>
        <p:spPr>
          <a:xfrm>
            <a:off x="4551871" y="1134790"/>
            <a:ext cx="4131188" cy="3265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defRPr sz="1100">
                <a:solidFill>
                  <a:schemeClr val="accent5"/>
                </a:solidFill>
              </a:defRPr>
            </a:lvl1pPr>
            <a:lvl2pPr>
              <a:defRPr sz="1500">
                <a:solidFill>
                  <a:schemeClr val="accent1"/>
                </a:solidFill>
              </a:defRPr>
            </a:lvl2pPr>
            <a:lvl3pPr>
              <a:defRPr sz="14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200">
                <a:solidFill>
                  <a:schemeClr val="accent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noProof="0"/>
              <a:t>Click to edit Master text styles</a:t>
            </a: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/>
          </p:nvPr>
        </p:nvSpPr>
        <p:spPr>
          <a:xfrm>
            <a:off x="4539459" y="809582"/>
            <a:ext cx="4140893" cy="41458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noAutofit/>
          </a:bodyPr>
          <a:lstStyle>
            <a:lvl1pPr>
              <a:defRPr lang="it-IT" sz="1100" kern="1200" dirty="0">
                <a:solidFill>
                  <a:srgbClr val="EB0028"/>
                </a:solidFill>
                <a:latin typeface="TIM Sans" panose="02020503040602060503" pitchFamily="18" charset="0"/>
                <a:ea typeface="+mj-ea"/>
                <a:cs typeface="TIM Sans" panose="02020503040602060503" pitchFamily="18" charset="0"/>
              </a:defRPr>
            </a:lvl1pPr>
          </a:lstStyle>
          <a:p>
            <a:pPr lvl="0"/>
            <a:r>
              <a:rPr lang="pt-BR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63155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 userDrawn="1"/>
        </p:nvSpPr>
        <p:spPr>
          <a:xfrm>
            <a:off x="2555776" y="1599642"/>
            <a:ext cx="6588224" cy="1458162"/>
          </a:xfrm>
          <a:prstGeom prst="rect">
            <a:avLst/>
          </a:prstGeom>
          <a:solidFill>
            <a:srgbClr val="004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pt-BR" sz="1400" noProof="0"/>
          </a:p>
        </p:txBody>
      </p:sp>
      <p:sp>
        <p:nvSpPr>
          <p:cNvPr id="6" name="Segnaposto testo 7"/>
          <p:cNvSpPr>
            <a:spLocks noGrp="1"/>
          </p:cNvSpPr>
          <p:nvPr>
            <p:ph type="body" sz="quarter" idx="12"/>
          </p:nvPr>
        </p:nvSpPr>
        <p:spPr>
          <a:xfrm>
            <a:off x="2987826" y="1896921"/>
            <a:ext cx="5809307" cy="86361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00">
                <a:solidFill>
                  <a:schemeClr val="bg1"/>
                </a:solidFill>
                <a:latin typeface="TIM Sans Medium" panose="02020503040602060503" pitchFamily="18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pt-BR" noProof="0"/>
              <a:t>Click to edit Master text styles</a:t>
            </a:r>
          </a:p>
        </p:txBody>
      </p:sp>
      <p:sp>
        <p:nvSpPr>
          <p:cNvPr id="4" name="Segnaposto data 7"/>
          <p:cNvSpPr>
            <a:spLocks noGrp="1"/>
          </p:cNvSpPr>
          <p:nvPr>
            <p:ph type="dt" sz="quarter" idx="2"/>
          </p:nvPr>
        </p:nvSpPr>
        <p:spPr>
          <a:xfrm>
            <a:off x="4118317" y="4742263"/>
            <a:ext cx="4267200" cy="158353"/>
          </a:xfrm>
          <a:prstGeom prst="rect">
            <a:avLst/>
          </a:prstGeom>
        </p:spPr>
        <p:txBody>
          <a:bodyPr/>
          <a:lstStyle>
            <a:lvl1pPr>
              <a:defRPr lang="it-IT" smtClean="0"/>
            </a:lvl1pPr>
          </a:lstStyle>
          <a:p>
            <a:r>
              <a:rPr lang="pt-BR" noProof="0"/>
              <a:t>Titulo da Apresentacao</a:t>
            </a:r>
          </a:p>
        </p:txBody>
      </p:sp>
      <p:sp>
        <p:nvSpPr>
          <p:cNvPr id="7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118317" y="4850609"/>
            <a:ext cx="4267200" cy="165497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accent5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Nome do Autor, Nome Area</a:t>
            </a:r>
          </a:p>
        </p:txBody>
      </p:sp>
    </p:spTree>
    <p:extLst>
      <p:ext uri="{BB962C8B-B14F-4D97-AF65-F5344CB8AC3E}">
        <p14:creationId xmlns:p14="http://schemas.microsoft.com/office/powerpoint/2010/main" val="40869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immagine 2"/>
          <p:cNvSpPr>
            <a:spLocks noGrp="1"/>
          </p:cNvSpPr>
          <p:nvPr>
            <p:ph type="pic" sz="quarter" idx="12"/>
          </p:nvPr>
        </p:nvSpPr>
        <p:spPr>
          <a:xfrm>
            <a:off x="352802" y="249492"/>
            <a:ext cx="8460000" cy="43351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i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/>
              <a:t>Click icon to add picture</a:t>
            </a:r>
          </a:p>
        </p:txBody>
      </p:sp>
      <p:sp>
        <p:nvSpPr>
          <p:cNvPr id="6" name="Segnaposto testo 9"/>
          <p:cNvSpPr>
            <a:spLocks noGrp="1"/>
          </p:cNvSpPr>
          <p:nvPr>
            <p:ph type="body" sz="quarter" idx="13"/>
          </p:nvPr>
        </p:nvSpPr>
        <p:spPr>
          <a:xfrm>
            <a:off x="2555778" y="2571750"/>
            <a:ext cx="6257024" cy="1134126"/>
          </a:xfrm>
          <a:prstGeom prst="rect">
            <a:avLst/>
          </a:prstGeom>
          <a:solidFill>
            <a:srgbClr val="003264">
              <a:alpha val="80000"/>
            </a:srgbClr>
          </a:solidFill>
          <a:ln>
            <a:noFill/>
          </a:ln>
        </p:spPr>
        <p:txBody>
          <a:bodyPr lIns="80998" tIns="35099" rIns="80998" bIns="35099" anchor="ctr"/>
          <a:lstStyle>
            <a:lvl1pPr marL="269993" indent="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pt-BR" noProof="0"/>
              <a:t>Click to edit Master text styles</a:t>
            </a:r>
          </a:p>
        </p:txBody>
      </p:sp>
      <p:sp>
        <p:nvSpPr>
          <p:cNvPr id="4" name="Segnaposto data 7"/>
          <p:cNvSpPr>
            <a:spLocks noGrp="1"/>
          </p:cNvSpPr>
          <p:nvPr>
            <p:ph type="dt" sz="quarter" idx="2"/>
          </p:nvPr>
        </p:nvSpPr>
        <p:spPr>
          <a:xfrm>
            <a:off x="4118317" y="4742263"/>
            <a:ext cx="4267200" cy="158353"/>
          </a:xfrm>
          <a:prstGeom prst="rect">
            <a:avLst/>
          </a:prstGeom>
        </p:spPr>
        <p:txBody>
          <a:bodyPr/>
          <a:lstStyle>
            <a:lvl1pPr>
              <a:defRPr lang="it-IT" smtClean="0"/>
            </a:lvl1pPr>
          </a:lstStyle>
          <a:p>
            <a:r>
              <a:rPr lang="pt-BR" noProof="0"/>
              <a:t>Titulo da Apresentacao</a:t>
            </a:r>
          </a:p>
        </p:txBody>
      </p:sp>
      <p:sp>
        <p:nvSpPr>
          <p:cNvPr id="7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118317" y="4850609"/>
            <a:ext cx="4267200" cy="165497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chemeClr val="accent5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Nome do Autor, Nome Area</a:t>
            </a:r>
          </a:p>
        </p:txBody>
      </p:sp>
    </p:spTree>
    <p:extLst>
      <p:ext uri="{BB962C8B-B14F-4D97-AF65-F5344CB8AC3E}">
        <p14:creationId xmlns:p14="http://schemas.microsoft.com/office/powerpoint/2010/main" val="3520841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immagine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/>
              <a:t>Click icon to add picture</a:t>
            </a:r>
          </a:p>
        </p:txBody>
      </p:sp>
      <p:sp>
        <p:nvSpPr>
          <p:cNvPr id="6" name="Segnaposto testo 9"/>
          <p:cNvSpPr>
            <a:spLocks noGrp="1"/>
          </p:cNvSpPr>
          <p:nvPr>
            <p:ph type="body" sz="quarter" idx="13"/>
          </p:nvPr>
        </p:nvSpPr>
        <p:spPr>
          <a:xfrm>
            <a:off x="2555779" y="2571750"/>
            <a:ext cx="6588224" cy="1134126"/>
          </a:xfrm>
          <a:prstGeom prst="rect">
            <a:avLst/>
          </a:prstGeom>
          <a:solidFill>
            <a:srgbClr val="003264">
              <a:alpha val="80000"/>
            </a:srgbClr>
          </a:solidFill>
        </p:spPr>
        <p:txBody>
          <a:bodyPr lIns="80998" tIns="35099" rIns="80998" bIns="35099" anchor="ctr"/>
          <a:lstStyle>
            <a:lvl1pPr marL="269993" indent="0"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pt-BR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6514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229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974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6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/>
          <p:nvPr/>
        </p:nvSpPr>
        <p:spPr>
          <a:xfrm rot="16200000">
            <a:off x="2000250" y="-2000250"/>
            <a:ext cx="5143500" cy="9144000"/>
          </a:xfrm>
          <a:prstGeom prst="rect">
            <a:avLst/>
          </a:prstGeom>
          <a:gradFill flip="none" rotWithShape="1">
            <a:gsLst>
              <a:gs pos="0">
                <a:srgbClr val="004691"/>
              </a:gs>
              <a:gs pos="100000">
                <a:srgbClr val="004691">
                  <a:alpha val="72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pt-BR" sz="1400" noProof="0"/>
          </a:p>
        </p:txBody>
      </p:sp>
      <p:sp>
        <p:nvSpPr>
          <p:cNvPr id="10" name="Rettangolo 9"/>
          <p:cNvSpPr/>
          <p:nvPr/>
        </p:nvSpPr>
        <p:spPr>
          <a:xfrm>
            <a:off x="2555776" y="195487"/>
            <a:ext cx="6336704" cy="39154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pt-BR" sz="1400" noProof="0"/>
          </a:p>
        </p:txBody>
      </p:sp>
      <p:pic>
        <p:nvPicPr>
          <p:cNvPr id="6" name="Immagine 5" descr="primario_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999" y="4407954"/>
            <a:ext cx="1019897" cy="270030"/>
          </a:xfrm>
          <a:prstGeom prst="rect">
            <a:avLst/>
          </a:prstGeom>
        </p:spPr>
      </p:pic>
      <p:pic>
        <p:nvPicPr>
          <p:cNvPr id="7" name="Immagine 6" descr="TIM_Simbol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872" y="754392"/>
            <a:ext cx="882210" cy="73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3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1" kern="1200">
          <a:solidFill>
            <a:schemeClr val="tx2"/>
          </a:solidFill>
          <a:latin typeface="TIM Sans" panose="00000500000000000000" pitchFamily="2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50000"/>
        </a:lnSpc>
        <a:spcBef>
          <a:spcPts val="563"/>
        </a:spcBef>
        <a:buFontTx/>
        <a:buNone/>
        <a:defRPr sz="14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2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1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/>
          <p:cNvSpPr/>
          <p:nvPr/>
        </p:nvSpPr>
        <p:spPr>
          <a:xfrm>
            <a:off x="2555776" y="195487"/>
            <a:ext cx="6336704" cy="39154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pt-BR" sz="1400" noProof="0"/>
          </a:p>
        </p:txBody>
      </p:sp>
      <p:pic>
        <p:nvPicPr>
          <p:cNvPr id="5" name="Immagine 4" descr="secondario_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91" y="4407954"/>
            <a:ext cx="1019902" cy="270030"/>
          </a:xfrm>
          <a:prstGeom prst="rect">
            <a:avLst/>
          </a:prstGeom>
        </p:spPr>
      </p:pic>
      <p:pic>
        <p:nvPicPr>
          <p:cNvPr id="9" name="Immagine 8" descr="TIM_Simbol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872" y="754392"/>
            <a:ext cx="882210" cy="73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2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1" kern="1200">
          <a:solidFill>
            <a:schemeClr val="tx2"/>
          </a:solidFill>
          <a:latin typeface="TIM Sans" panose="00000500000000000000" pitchFamily="2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50000"/>
        </a:lnSpc>
        <a:spcBef>
          <a:spcPts val="563"/>
        </a:spcBef>
        <a:buFontTx/>
        <a:buNone/>
        <a:defRPr sz="14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2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1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secondario_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216" y="4330185"/>
            <a:ext cx="1204946" cy="31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9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1" kern="1200">
          <a:solidFill>
            <a:schemeClr val="tx2"/>
          </a:solidFill>
          <a:latin typeface="TIM Sans" panose="00000500000000000000" pitchFamily="2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50000"/>
        </a:lnSpc>
        <a:spcBef>
          <a:spcPts val="563"/>
        </a:spcBef>
        <a:buFontTx/>
        <a:buNone/>
        <a:defRPr sz="14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2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1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64" b="909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Rettangolo 20"/>
          <p:cNvSpPr/>
          <p:nvPr/>
        </p:nvSpPr>
        <p:spPr>
          <a:xfrm>
            <a:off x="2555776" y="1032579"/>
            <a:ext cx="6588224" cy="3078342"/>
          </a:xfrm>
          <a:prstGeom prst="rect">
            <a:avLst/>
          </a:prstGeom>
          <a:solidFill>
            <a:srgbClr val="00469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pt-BR" sz="1400" noProof="0"/>
          </a:p>
        </p:txBody>
      </p:sp>
      <p:pic>
        <p:nvPicPr>
          <p:cNvPr id="5" name="Immagine 4" descr="primario_rg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7" y="3543858"/>
            <a:ext cx="1019897" cy="2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1" kern="1200">
          <a:solidFill>
            <a:schemeClr val="tx2"/>
          </a:solidFill>
          <a:latin typeface="TIM Sans" panose="00000500000000000000" pitchFamily="2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50000"/>
        </a:lnSpc>
        <a:spcBef>
          <a:spcPts val="563"/>
        </a:spcBef>
        <a:buFontTx/>
        <a:buNone/>
        <a:defRPr sz="14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2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1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64" b="909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2555776" y="1032579"/>
            <a:ext cx="6588224" cy="3078342"/>
          </a:xfrm>
          <a:prstGeom prst="rect">
            <a:avLst/>
          </a:prstGeom>
          <a:solidFill>
            <a:srgbClr val="00469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pt-BR" sz="1400" noProof="0"/>
          </a:p>
        </p:txBody>
      </p:sp>
      <p:pic>
        <p:nvPicPr>
          <p:cNvPr id="9" name="Immagine 8" descr="primario_rg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817" y="3597864"/>
            <a:ext cx="1019897" cy="270030"/>
          </a:xfrm>
          <a:prstGeom prst="rect">
            <a:avLst/>
          </a:prstGeom>
        </p:spPr>
      </p:pic>
      <p:pic>
        <p:nvPicPr>
          <p:cNvPr id="10" name="Immagine 9" descr="TIM_Simbol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442" y="1438370"/>
            <a:ext cx="882210" cy="73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0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1" kern="1200">
          <a:solidFill>
            <a:schemeClr val="tx2"/>
          </a:solidFill>
          <a:latin typeface="TIM Sans" panose="00000500000000000000" pitchFamily="2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50000"/>
        </a:lnSpc>
        <a:spcBef>
          <a:spcPts val="563"/>
        </a:spcBef>
        <a:buFontTx/>
        <a:buNone/>
        <a:defRPr sz="14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2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1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0"/>
          <p:cNvSpPr txBox="1">
            <a:spLocks noChangeArrowheads="1"/>
          </p:cNvSpPr>
          <p:nvPr/>
        </p:nvSpPr>
        <p:spPr bwMode="auto">
          <a:xfrm>
            <a:off x="8472490" y="4839891"/>
            <a:ext cx="417512" cy="107722"/>
          </a:xfrm>
          <a:prstGeom prst="rect">
            <a:avLst/>
          </a:prstGeom>
          <a:noFill/>
          <a:ln>
            <a:noFill/>
          </a:ln>
        </p:spPr>
        <p:txBody>
          <a:bodyPr lIns="68579" tIns="0" rIns="68579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Demi" charset="0"/>
                <a:ea typeface="MS PGothic" charset="0"/>
                <a:cs typeface="MS PGothic" charset="0"/>
              </a:defRPr>
            </a:lvl9pPr>
          </a:lstStyle>
          <a:p>
            <a:pPr algn="r" defTabSz="685783" eaLnBrk="1" hangingPunct="1">
              <a:defRPr/>
            </a:pPr>
            <a:fld id="{E57557E4-A33F-4F68-B3B9-5C4EC024384C}" type="slidenum">
              <a:rPr lang="pt-BR" sz="700" noProof="0" smtClean="0">
                <a:solidFill>
                  <a:schemeClr val="accent5"/>
                </a:solidFill>
                <a:latin typeface="TIM Sans" panose="00000500000000000000" pitchFamily="50" charset="0"/>
              </a:rPr>
              <a:pPr algn="r" defTabSz="685783" eaLnBrk="1" hangingPunct="1">
                <a:defRPr/>
              </a:pPr>
              <a:t>‹nº›</a:t>
            </a:fld>
            <a:endParaRPr lang="pt-BR" sz="700" noProof="0">
              <a:solidFill>
                <a:schemeClr val="accent5"/>
              </a:solidFill>
              <a:latin typeface="TIM Sans" panose="00000500000000000000" pitchFamily="50" charset="0"/>
            </a:endParaRPr>
          </a:p>
        </p:txBody>
      </p:sp>
      <p:cxnSp>
        <p:nvCxnSpPr>
          <p:cNvPr id="16" name="Connettore 1 15"/>
          <p:cNvCxnSpPr/>
          <p:nvPr/>
        </p:nvCxnSpPr>
        <p:spPr>
          <a:xfrm>
            <a:off x="8528050" y="4763692"/>
            <a:ext cx="0" cy="195263"/>
          </a:xfrm>
          <a:prstGeom prst="line">
            <a:avLst/>
          </a:prstGeom>
          <a:ln w="6350" cmpd="sng">
            <a:solidFill>
              <a:srgbClr val="EB00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magine 7" descr="secondario_rgb.png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0" y="4786000"/>
            <a:ext cx="711719" cy="188435"/>
          </a:xfrm>
          <a:prstGeom prst="rect">
            <a:avLst/>
          </a:prstGeom>
        </p:spPr>
      </p:pic>
      <p:sp>
        <p:nvSpPr>
          <p:cNvPr id="12" name="Segnaposto data 7"/>
          <p:cNvSpPr>
            <a:spLocks noGrp="1"/>
          </p:cNvSpPr>
          <p:nvPr>
            <p:ph type="dt" sz="quarter" idx="2"/>
          </p:nvPr>
        </p:nvSpPr>
        <p:spPr>
          <a:xfrm>
            <a:off x="4118317" y="4742263"/>
            <a:ext cx="4267200" cy="158353"/>
          </a:xfrm>
          <a:prstGeom prst="rect">
            <a:avLst/>
          </a:prstGeom>
        </p:spPr>
        <p:txBody>
          <a:bodyPr lIns="68579" tIns="34289" rIns="68579" bIns="34289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pt-BR" dirty="0"/>
              <a:t>Cidades Criticas</a:t>
            </a:r>
          </a:p>
        </p:txBody>
      </p:sp>
      <p:sp>
        <p:nvSpPr>
          <p:cNvPr id="13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118317" y="4850609"/>
            <a:ext cx="4267200" cy="165497"/>
          </a:xfrm>
          <a:prstGeom prst="rect">
            <a:avLst/>
          </a:prstGeom>
        </p:spPr>
        <p:txBody>
          <a:bodyPr lIns="68579" tIns="34289" rIns="68579" bIns="34289"/>
          <a:lstStyle>
            <a:lvl1pPr algn="r">
              <a:defRPr sz="600">
                <a:solidFill>
                  <a:schemeClr val="accent5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dirty="0"/>
              <a:t>Ageu Guerra , TNE MAE</a:t>
            </a:r>
          </a:p>
        </p:txBody>
      </p:sp>
    </p:spTree>
    <p:extLst>
      <p:ext uri="{BB962C8B-B14F-4D97-AF65-F5344CB8AC3E}">
        <p14:creationId xmlns:p14="http://schemas.microsoft.com/office/powerpoint/2010/main" val="6445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49" r:id="rId3"/>
    <p:sldLayoutId id="2147483650" r:id="rId4"/>
    <p:sldLayoutId id="2147483654" r:id="rId5"/>
    <p:sldLayoutId id="2147483655" r:id="rId6"/>
    <p:sldLayoutId id="2147483657" r:id="rId7"/>
    <p:sldLayoutId id="2147483659" r:id="rId8"/>
    <p:sldLayoutId id="2147483660" r:id="rId9"/>
    <p:sldLayoutId id="2147483661" r:id="rId10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0" kern="1200">
          <a:solidFill>
            <a:schemeClr val="accent1"/>
          </a:solidFill>
          <a:latin typeface="TIM Sans Medium" panose="02020503040602060503" pitchFamily="18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20000"/>
        </a:lnSpc>
        <a:spcBef>
          <a:spcPts val="563"/>
        </a:spcBef>
        <a:buFontTx/>
        <a:buNone/>
        <a:defRPr sz="1400" kern="1200">
          <a:solidFill>
            <a:schemeClr val="accent5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20000"/>
        </a:lnSpc>
        <a:spcBef>
          <a:spcPts val="281"/>
        </a:spcBef>
        <a:buFontTx/>
        <a:buNone/>
        <a:defRPr sz="1200" kern="1200">
          <a:solidFill>
            <a:schemeClr val="accent5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20000"/>
        </a:lnSpc>
        <a:spcBef>
          <a:spcPts val="281"/>
        </a:spcBef>
        <a:buFontTx/>
        <a:buNone/>
        <a:defRPr sz="1100" kern="1200">
          <a:solidFill>
            <a:schemeClr val="accent5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 rot="16200000">
            <a:off x="2000250" y="-2000250"/>
            <a:ext cx="5143500" cy="9144000"/>
          </a:xfrm>
          <a:prstGeom prst="rect">
            <a:avLst/>
          </a:prstGeom>
          <a:gradFill flip="none" rotWithShape="1">
            <a:gsLst>
              <a:gs pos="0">
                <a:srgbClr val="004691"/>
              </a:gs>
              <a:gs pos="100000">
                <a:srgbClr val="004691">
                  <a:alpha val="72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/>
            <a:endParaRPr lang="pt-BR" sz="1400" noProof="0"/>
          </a:p>
        </p:txBody>
      </p:sp>
      <p:sp>
        <p:nvSpPr>
          <p:cNvPr id="11" name="Titolo 1"/>
          <p:cNvSpPr txBox="1">
            <a:spLocks/>
          </p:cNvSpPr>
          <p:nvPr/>
        </p:nvSpPr>
        <p:spPr bwMode="auto">
          <a:xfrm>
            <a:off x="1359542" y="2019662"/>
            <a:ext cx="1435489" cy="40395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9pPr>
          </a:lstStyle>
          <a:p>
            <a:pPr algn="ctr" defTabSz="685783">
              <a:defRPr/>
            </a:pPr>
            <a:r>
              <a:rPr lang="pt-BR" sz="2600" noProof="0">
                <a:solidFill>
                  <a:srgbClr val="FFFFFF"/>
                </a:solidFill>
                <a:latin typeface="TIM Sans Medium" panose="02020503040602060503" pitchFamily="18" charset="0"/>
                <a:ea typeface="ＭＳ Ｐゴシック"/>
                <a:cs typeface="Arial"/>
              </a:rPr>
              <a:t>Obrigado</a:t>
            </a:r>
          </a:p>
        </p:txBody>
      </p:sp>
      <p:pic>
        <p:nvPicPr>
          <p:cNvPr id="5" name="Immagine 4" descr="primario_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792" y="4137924"/>
            <a:ext cx="1019897" cy="27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6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1" kern="1200">
          <a:solidFill>
            <a:schemeClr val="tx2"/>
          </a:solidFill>
          <a:latin typeface="TIM Sans" panose="00000500000000000000" pitchFamily="2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50000"/>
        </a:lnSpc>
        <a:spcBef>
          <a:spcPts val="563"/>
        </a:spcBef>
        <a:buFontTx/>
        <a:buNone/>
        <a:defRPr sz="14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2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1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 txBox="1">
            <a:spLocks/>
          </p:cNvSpPr>
          <p:nvPr/>
        </p:nvSpPr>
        <p:spPr bwMode="auto">
          <a:xfrm>
            <a:off x="1355452" y="2019662"/>
            <a:ext cx="1435489" cy="40395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Franklin Gothic Demi" charset="0"/>
                <a:ea typeface="ＭＳ Ｐゴシック" charset="0"/>
                <a:cs typeface="Arial" charset="0"/>
              </a:defRPr>
            </a:lvl9pPr>
          </a:lstStyle>
          <a:p>
            <a:pPr algn="ctr" defTabSz="685783">
              <a:defRPr/>
            </a:pPr>
            <a:r>
              <a:rPr lang="pt-BR" sz="2600" noProof="0">
                <a:solidFill>
                  <a:srgbClr val="004691"/>
                </a:solidFill>
                <a:latin typeface="TIM Sans Medium" panose="02020503040602060503" pitchFamily="18" charset="0"/>
                <a:ea typeface="ＭＳ Ｐゴシック"/>
                <a:cs typeface="Arial"/>
              </a:rPr>
              <a:t>Obrigado</a:t>
            </a:r>
          </a:p>
        </p:txBody>
      </p:sp>
      <p:pic>
        <p:nvPicPr>
          <p:cNvPr id="4" name="Immagine 3" descr="secondario_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719" y="4330185"/>
            <a:ext cx="1204946" cy="31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5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1700" b="1" kern="1200">
          <a:solidFill>
            <a:schemeClr val="tx2"/>
          </a:solidFill>
          <a:latin typeface="TIM Sans" panose="00000500000000000000" pitchFamily="2" charset="0"/>
          <a:ea typeface="+mj-ea"/>
          <a:cs typeface="+mj-cs"/>
        </a:defRPr>
      </a:lvl1pPr>
    </p:titleStyle>
    <p:bodyStyle>
      <a:lvl1pPr marL="0" indent="0" algn="l" defTabSz="514337" rtl="0" eaLnBrk="1" latinLnBrk="0" hangingPunct="1">
        <a:lnSpc>
          <a:spcPct val="150000"/>
        </a:lnSpc>
        <a:spcBef>
          <a:spcPts val="563"/>
        </a:spcBef>
        <a:buFontTx/>
        <a:buNone/>
        <a:defRPr sz="14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1pPr>
      <a:lvl2pPr marL="257168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2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2pPr>
      <a:lvl3pPr marL="514337" indent="0" algn="l" defTabSz="514337" rtl="0" eaLnBrk="1" latinLnBrk="0" hangingPunct="1">
        <a:lnSpc>
          <a:spcPct val="150000"/>
        </a:lnSpc>
        <a:spcBef>
          <a:spcPts val="281"/>
        </a:spcBef>
        <a:buFontTx/>
        <a:buNone/>
        <a:defRPr sz="1100" kern="1200">
          <a:solidFill>
            <a:schemeClr val="tx1"/>
          </a:solidFill>
          <a:latin typeface="TIM Sans" panose="00000500000000000000" pitchFamily="2" charset="0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>
                <a:cs typeface="Arial" charset="0"/>
              </a:rPr>
              <a:t>TIM BRASIL TIM</a:t>
            </a:r>
          </a:p>
          <a:p>
            <a:r>
              <a:rPr lang="it-IT" dirty="0">
                <a:cs typeface="Arial" charset="0"/>
              </a:rPr>
              <a:t>TNE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chemeClr val="tx2"/>
                </a:solidFill>
              </a:rPr>
              <a:t>Projeto</a:t>
            </a:r>
            <a:r>
              <a:rPr lang="it-IT" dirty="0">
                <a:solidFill>
                  <a:schemeClr val="tx2"/>
                </a:solidFill>
              </a:rPr>
              <a:t> </a:t>
            </a:r>
            <a:r>
              <a:rPr lang="it-IT" dirty="0" err="1">
                <a:solidFill>
                  <a:schemeClr val="tx2"/>
                </a:solidFill>
              </a:rPr>
              <a:t>Balanceamento</a:t>
            </a:r>
            <a:r>
              <a:rPr lang="it-IT" dirty="0">
                <a:solidFill>
                  <a:schemeClr val="tx2"/>
                </a:solidFill>
              </a:rPr>
              <a:t> de </a:t>
            </a:r>
            <a:r>
              <a:rPr lang="it-IT" dirty="0" err="1">
                <a:solidFill>
                  <a:schemeClr val="tx2"/>
                </a:solidFill>
              </a:rPr>
              <a:t>Tráfego</a:t>
            </a:r>
            <a:r>
              <a:rPr lang="it-IT" dirty="0">
                <a:solidFill>
                  <a:schemeClr val="tx2"/>
                </a:solidFill>
              </a:rPr>
              <a:t>/</a:t>
            </a:r>
            <a:r>
              <a:rPr lang="it-IT" dirty="0" err="1">
                <a:solidFill>
                  <a:schemeClr val="tx2"/>
                </a:solidFill>
              </a:rPr>
              <a:t>Carga</a:t>
            </a:r>
            <a:endParaRPr lang="it-IT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61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traight Connector 222"/>
          <p:cNvCxnSpPr/>
          <p:nvPr/>
        </p:nvCxnSpPr>
        <p:spPr>
          <a:xfrm>
            <a:off x="175318" y="688236"/>
            <a:ext cx="8640000" cy="0"/>
          </a:xfrm>
          <a:prstGeom prst="line">
            <a:avLst/>
          </a:prstGeom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2">
            <a:extLst>
              <a:ext uri="{FF2B5EF4-FFF2-40B4-BE49-F238E27FC236}">
                <a16:creationId xmlns:a16="http://schemas.microsoft.com/office/drawing/2014/main" id="{1D710168-6BC6-4BCC-815D-B0D31969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68" y="118845"/>
            <a:ext cx="8459788" cy="266700"/>
          </a:xfrm>
        </p:spPr>
        <p:txBody>
          <a:bodyPr/>
          <a:lstStyle/>
          <a:p>
            <a:r>
              <a:rPr lang="pt-BR" sz="2200" b="1" dirty="0">
                <a:solidFill>
                  <a:srgbClr val="0028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TNE</a:t>
            </a:r>
            <a:endParaRPr lang="en-US" sz="2200" b="1" dirty="0">
              <a:solidFill>
                <a:srgbClr val="00287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58B087A1-CBFE-410F-8C1B-39C9B2076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918" y="314055"/>
            <a:ext cx="8900022" cy="343879"/>
          </a:xfrm>
        </p:spPr>
        <p:txBody>
          <a:bodyPr/>
          <a:lstStyle/>
          <a:p>
            <a:pPr algn="l" defTabSz="914400" fontAlgn="base">
              <a:lnSpc>
                <a:spcPts val="27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Balanceamento de Tráfego/Carga</a:t>
            </a:r>
            <a:endParaRPr lang="en-US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003300" y="1763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6BCB3-CB65-43C4-BEE0-055AB97560DC}"/>
              </a:ext>
            </a:extLst>
          </p:cNvPr>
          <p:cNvSpPr txBox="1"/>
          <p:nvPr/>
        </p:nvSpPr>
        <p:spPr>
          <a:xfrm>
            <a:off x="493059" y="1093694"/>
            <a:ext cx="80592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Objetivo: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Encontrar de forma massiva e automática oportunidades de melhorar balanceamento de tráfego/carga na rede;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Reduzir a quantidade de células com alta ocupação (PRB, </a:t>
            </a:r>
            <a:r>
              <a:rPr lang="pt-BR" dirty="0" err="1"/>
              <a:t>Users</a:t>
            </a:r>
            <a:r>
              <a:rPr lang="pt-BR" dirty="0"/>
              <a:t>) no assessment;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Reduzir o % de ocupação das cidades;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Evitar solicitações de novas ações no </a:t>
            </a:r>
            <a:r>
              <a:rPr lang="pt-BR" dirty="0" err="1"/>
              <a:t>Rollout</a:t>
            </a:r>
            <a:r>
              <a:rPr lang="pt-BR" dirty="0"/>
              <a:t> indevidamente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Melhorar a experiência do cliente</a:t>
            </a:r>
          </a:p>
        </p:txBody>
      </p:sp>
    </p:spTree>
    <p:extLst>
      <p:ext uri="{BB962C8B-B14F-4D97-AF65-F5344CB8AC3E}">
        <p14:creationId xmlns:p14="http://schemas.microsoft.com/office/powerpoint/2010/main" val="117906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traight Connector 222"/>
          <p:cNvCxnSpPr/>
          <p:nvPr/>
        </p:nvCxnSpPr>
        <p:spPr>
          <a:xfrm>
            <a:off x="175318" y="688236"/>
            <a:ext cx="8640000" cy="0"/>
          </a:xfrm>
          <a:prstGeom prst="line">
            <a:avLst/>
          </a:prstGeom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2">
            <a:extLst>
              <a:ext uri="{FF2B5EF4-FFF2-40B4-BE49-F238E27FC236}">
                <a16:creationId xmlns:a16="http://schemas.microsoft.com/office/drawing/2014/main" id="{1D710168-6BC6-4BCC-815D-B0D31969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68" y="118845"/>
            <a:ext cx="8459788" cy="266700"/>
          </a:xfrm>
        </p:spPr>
        <p:txBody>
          <a:bodyPr/>
          <a:lstStyle/>
          <a:p>
            <a:r>
              <a:rPr lang="pt-BR" sz="2200" b="1" dirty="0">
                <a:solidFill>
                  <a:srgbClr val="0028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TNE</a:t>
            </a:r>
            <a:endParaRPr lang="en-US" sz="2200" b="1" dirty="0">
              <a:solidFill>
                <a:srgbClr val="00287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003300" y="1763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BDAE23-DCE9-447B-8EA5-B8C330833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918" y="314055"/>
            <a:ext cx="8900022" cy="343879"/>
          </a:xfrm>
        </p:spPr>
        <p:txBody>
          <a:bodyPr/>
          <a:lstStyle/>
          <a:p>
            <a:pPr algn="l" defTabSz="914400" fontAlgn="base">
              <a:lnSpc>
                <a:spcPts val="27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Balanceamento de Tráfego/Carga</a:t>
            </a:r>
            <a:endParaRPr lang="en-US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1B9328-A1B9-46E4-83E0-89628BCA7DFB}"/>
              </a:ext>
            </a:extLst>
          </p:cNvPr>
          <p:cNvSpPr txBox="1"/>
          <p:nvPr/>
        </p:nvSpPr>
        <p:spPr>
          <a:xfrm>
            <a:off x="493059" y="1093694"/>
            <a:ext cx="8059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Escopo:</a:t>
            </a:r>
          </a:p>
          <a:p>
            <a:endParaRPr lang="pt-BR" dirty="0"/>
          </a:p>
          <a:p>
            <a:r>
              <a:rPr lang="pt-BR" dirty="0"/>
              <a:t>1ª Fase: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Identificar oportunidades de balanceamento de tráfego/PRB/</a:t>
            </a:r>
            <a:r>
              <a:rPr lang="pt-BR" dirty="0" err="1"/>
              <a:t>Users</a:t>
            </a:r>
            <a:r>
              <a:rPr lang="pt-BR" dirty="0"/>
              <a:t> no mesmo END_ID, entre </a:t>
            </a:r>
            <a:r>
              <a:rPr lang="pt-BR" dirty="0" err="1"/>
              <a:t>Layers</a:t>
            </a:r>
            <a:r>
              <a:rPr lang="pt-BR" dirty="0"/>
              <a:t> que apontem para o mesmo azimute;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Fazer diferenciação entre </a:t>
            </a:r>
            <a:r>
              <a:rPr lang="pt-BR" dirty="0" err="1"/>
              <a:t>layers</a:t>
            </a:r>
            <a:r>
              <a:rPr lang="pt-BR" dirty="0"/>
              <a:t> considerando largura de banda distintas e CQI;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Tratar sites MOCN de forma diferenciada, levando em consideração o % de tráfego TIM e das outras operadoras;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Periodicidade: Semanal.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Limiares/Fórmulas: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D5E46C-5BB4-4F9D-A31F-67C371F9A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307272"/>
              </p:ext>
            </p:extLst>
          </p:nvPr>
        </p:nvGraphicFramePr>
        <p:xfrm>
          <a:off x="2325935" y="3535730"/>
          <a:ext cx="2101229" cy="897270"/>
        </p:xfrm>
        <a:graphic>
          <a:graphicData uri="http://schemas.openxmlformats.org/drawingml/2006/table">
            <a:tbl>
              <a:tblPr/>
              <a:tblGrid>
                <a:gridCol w="323751">
                  <a:extLst>
                    <a:ext uri="{9D8B030D-6E8A-4147-A177-3AD203B41FA5}">
                      <a16:colId xmlns:a16="http://schemas.microsoft.com/office/drawing/2014/main" val="411249118"/>
                    </a:ext>
                  </a:extLst>
                </a:gridCol>
                <a:gridCol w="1777478">
                  <a:extLst>
                    <a:ext uri="{9D8B030D-6E8A-4147-A177-3AD203B41FA5}">
                      <a16:colId xmlns:a16="http://schemas.microsoft.com/office/drawing/2014/main" val="3721352372"/>
                    </a:ext>
                  </a:extLst>
                </a:gridCol>
              </a:tblGrid>
              <a:tr h="15450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212071"/>
                  </a:ext>
                </a:extLst>
              </a:tr>
              <a:tr h="1254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891500"/>
                  </a:ext>
                </a:extLst>
              </a:tr>
              <a:tr h="12542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User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5MHz - Acima de  50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487297"/>
                  </a:ext>
                </a:extLst>
              </a:tr>
              <a:tr h="13019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10MHz - Acima de 150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622221"/>
                  </a:ext>
                </a:extLst>
              </a:tr>
              <a:tr h="1157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- 15MHz Acima de 220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44907"/>
                  </a:ext>
                </a:extLst>
              </a:tr>
              <a:tr h="20956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- 20MHz Acima de 300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52148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7693612-65B1-4948-8401-2DDD2D010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299938"/>
              </p:ext>
            </p:extLst>
          </p:nvPr>
        </p:nvGraphicFramePr>
        <p:xfrm>
          <a:off x="158918" y="3541972"/>
          <a:ext cx="2101231" cy="882780"/>
        </p:xfrm>
        <a:graphic>
          <a:graphicData uri="http://schemas.openxmlformats.org/drawingml/2006/table">
            <a:tbl>
              <a:tblPr/>
              <a:tblGrid>
                <a:gridCol w="340045">
                  <a:extLst>
                    <a:ext uri="{9D8B030D-6E8A-4147-A177-3AD203B41FA5}">
                      <a16:colId xmlns:a16="http://schemas.microsoft.com/office/drawing/2014/main" val="1985351896"/>
                    </a:ext>
                  </a:extLst>
                </a:gridCol>
                <a:gridCol w="1761186">
                  <a:extLst>
                    <a:ext uri="{9D8B030D-6E8A-4147-A177-3AD203B41FA5}">
                      <a16:colId xmlns:a16="http://schemas.microsoft.com/office/drawing/2014/main" val="2874815087"/>
                    </a:ext>
                  </a:extLst>
                </a:gridCol>
              </a:tblGrid>
              <a:tr h="1785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017568"/>
                  </a:ext>
                </a:extLst>
              </a:tr>
              <a:tr h="178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66872"/>
                  </a:ext>
                </a:extLst>
              </a:tr>
              <a:tr h="12481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User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5MHz - Acima de  60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736267"/>
                  </a:ext>
                </a:extLst>
              </a:tr>
              <a:tr h="12481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10MHz - Acima de 200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712638"/>
                  </a:ext>
                </a:extLst>
              </a:tr>
              <a:tr h="12481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- 15MHz Acima de 250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612117"/>
                  </a:ext>
                </a:extLst>
              </a:tr>
              <a:tr h="12481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- 20MHz Acima de 400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51990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3F0DD9-7CDB-458A-98A7-601FD9E56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213306"/>
              </p:ext>
            </p:extLst>
          </p:nvPr>
        </p:nvGraphicFramePr>
        <p:xfrm>
          <a:off x="4480250" y="3542080"/>
          <a:ext cx="2116143" cy="888996"/>
        </p:xfrm>
        <a:graphic>
          <a:graphicData uri="http://schemas.openxmlformats.org/drawingml/2006/table">
            <a:tbl>
              <a:tblPr/>
              <a:tblGrid>
                <a:gridCol w="283981">
                  <a:extLst>
                    <a:ext uri="{9D8B030D-6E8A-4147-A177-3AD203B41FA5}">
                      <a16:colId xmlns:a16="http://schemas.microsoft.com/office/drawing/2014/main" val="2860394569"/>
                    </a:ext>
                  </a:extLst>
                </a:gridCol>
                <a:gridCol w="1832162">
                  <a:extLst>
                    <a:ext uri="{9D8B030D-6E8A-4147-A177-3AD203B41FA5}">
                      <a16:colId xmlns:a16="http://schemas.microsoft.com/office/drawing/2014/main" val="1799838821"/>
                    </a:ext>
                  </a:extLst>
                </a:gridCol>
              </a:tblGrid>
              <a:tr h="2037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Ericsson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804717"/>
                  </a:ext>
                </a:extLst>
              </a:tr>
              <a:tr h="1419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195029"/>
                  </a:ext>
                </a:extLst>
              </a:tr>
              <a:tr h="13581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User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5MHz - Acima de  50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946965"/>
                  </a:ext>
                </a:extLst>
              </a:tr>
              <a:tr h="13581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10MHz - Acima de 135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539868"/>
                  </a:ext>
                </a:extLst>
              </a:tr>
              <a:tr h="13581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- 15MHz Acima de 220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88344"/>
                  </a:ext>
                </a:extLst>
              </a:tr>
              <a:tr h="13581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Bandwidth - 20MHz Acima de 375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2937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872809-244F-4198-95E3-C84A032F1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455439"/>
              </p:ext>
            </p:extLst>
          </p:nvPr>
        </p:nvGraphicFramePr>
        <p:xfrm>
          <a:off x="6674879" y="3535730"/>
          <a:ext cx="2242049" cy="887244"/>
        </p:xfrm>
        <a:graphic>
          <a:graphicData uri="http://schemas.openxmlformats.org/drawingml/2006/table">
            <a:tbl>
              <a:tblPr/>
              <a:tblGrid>
                <a:gridCol w="301874">
                  <a:extLst>
                    <a:ext uri="{9D8B030D-6E8A-4147-A177-3AD203B41FA5}">
                      <a16:colId xmlns:a16="http://schemas.microsoft.com/office/drawing/2014/main" val="1985351896"/>
                    </a:ext>
                  </a:extLst>
                </a:gridCol>
                <a:gridCol w="1940175">
                  <a:extLst>
                    <a:ext uri="{9D8B030D-6E8A-4147-A177-3AD203B41FA5}">
                      <a16:colId xmlns:a16="http://schemas.microsoft.com/office/drawing/2014/main" val="2874815087"/>
                    </a:ext>
                  </a:extLst>
                </a:gridCol>
              </a:tblGrid>
              <a:tr h="18073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Todos os </a:t>
                      </a:r>
                      <a:r>
                        <a:rPr lang="pt-BR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Vendors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017568"/>
                  </a:ext>
                </a:extLst>
              </a:tr>
              <a:tr h="18073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66872"/>
                  </a:ext>
                </a:extLst>
              </a:tr>
              <a:tr h="12637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 todas as Bandas - Acima de  70% Crítico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736267"/>
                  </a:ext>
                </a:extLst>
              </a:tr>
              <a:tr h="12637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712638"/>
                  </a:ext>
                </a:extLst>
              </a:tr>
              <a:tr h="12637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612117"/>
                  </a:ext>
                </a:extLst>
              </a:tr>
              <a:tr h="12637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pt-B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5199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B81C987-5F19-46B7-BF33-B99E228A4D03}"/>
              </a:ext>
            </a:extLst>
          </p:cNvPr>
          <p:cNvSpPr txBox="1"/>
          <p:nvPr/>
        </p:nvSpPr>
        <p:spPr>
          <a:xfrm>
            <a:off x="127309" y="4495430"/>
            <a:ext cx="444469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ysClr val="windowText" lastClr="000000"/>
                </a:solidFill>
              </a:rPr>
              <a:t>Ocupação = [(</a:t>
            </a:r>
            <a:r>
              <a:rPr lang="pt-BR" dirty="0" err="1">
                <a:solidFill>
                  <a:sysClr val="windowText" lastClr="000000"/>
                </a:solidFill>
              </a:rPr>
              <a:t>Vol_Dados_DL</a:t>
            </a:r>
            <a:r>
              <a:rPr lang="pt-BR" dirty="0">
                <a:solidFill>
                  <a:sysClr val="windowText" lastClr="000000"/>
                </a:solidFill>
              </a:rPr>
              <a:t>/</a:t>
            </a:r>
            <a:r>
              <a:rPr lang="pt-BR" dirty="0" err="1">
                <a:solidFill>
                  <a:sysClr val="windowText" lastClr="000000"/>
                </a:solidFill>
              </a:rPr>
              <a:t>Tput_Cell_DL</a:t>
            </a:r>
            <a:r>
              <a:rPr lang="pt-BR" dirty="0">
                <a:solidFill>
                  <a:sysClr val="windowText" lastClr="000000"/>
                </a:solidFill>
              </a:rPr>
              <a:t>) /439,45]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64BEC6-9622-4DFB-82E8-1C9F5BF31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086523"/>
              </p:ext>
            </p:extLst>
          </p:nvPr>
        </p:nvGraphicFramePr>
        <p:xfrm>
          <a:off x="5853917" y="4468394"/>
          <a:ext cx="2048064" cy="647700"/>
        </p:xfrm>
        <a:graphic>
          <a:graphicData uri="http://schemas.openxmlformats.org/drawingml/2006/table">
            <a:tbl>
              <a:tblPr/>
              <a:tblGrid>
                <a:gridCol w="442548">
                  <a:extLst>
                    <a:ext uri="{9D8B030D-6E8A-4147-A177-3AD203B41FA5}">
                      <a16:colId xmlns:a16="http://schemas.microsoft.com/office/drawing/2014/main" val="1569885154"/>
                    </a:ext>
                  </a:extLst>
                </a:gridCol>
                <a:gridCol w="1605516">
                  <a:extLst>
                    <a:ext uri="{9D8B030D-6E8A-4147-A177-3AD203B41FA5}">
                      <a16:colId xmlns:a16="http://schemas.microsoft.com/office/drawing/2014/main" val="2820615707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Limite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259138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CQI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Frequência 700 e 850: CQI_MEAN&gt;=8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23163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Demais Frequências: CQI_MEAN &gt;=9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028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57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traight Connector 222"/>
          <p:cNvCxnSpPr/>
          <p:nvPr/>
        </p:nvCxnSpPr>
        <p:spPr>
          <a:xfrm>
            <a:off x="175318" y="688236"/>
            <a:ext cx="8640000" cy="0"/>
          </a:xfrm>
          <a:prstGeom prst="line">
            <a:avLst/>
          </a:prstGeom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2">
            <a:extLst>
              <a:ext uri="{FF2B5EF4-FFF2-40B4-BE49-F238E27FC236}">
                <a16:creationId xmlns:a16="http://schemas.microsoft.com/office/drawing/2014/main" id="{1D710168-6BC6-4BCC-815D-B0D31969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68" y="118845"/>
            <a:ext cx="8459788" cy="266700"/>
          </a:xfrm>
        </p:spPr>
        <p:txBody>
          <a:bodyPr/>
          <a:lstStyle/>
          <a:p>
            <a:r>
              <a:rPr lang="pt-BR" sz="2200" b="1" dirty="0">
                <a:solidFill>
                  <a:srgbClr val="0028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TNE</a:t>
            </a:r>
            <a:endParaRPr lang="en-US" sz="2200" b="1" dirty="0">
              <a:solidFill>
                <a:srgbClr val="00287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003300" y="1763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BDAE23-DCE9-447B-8EA5-B8C330833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918" y="314055"/>
            <a:ext cx="8900022" cy="343879"/>
          </a:xfrm>
        </p:spPr>
        <p:txBody>
          <a:bodyPr/>
          <a:lstStyle/>
          <a:p>
            <a:pPr algn="l" defTabSz="914400" fontAlgn="base">
              <a:lnSpc>
                <a:spcPts val="27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Balanceamento de Tráfego/Carga</a:t>
            </a:r>
            <a:endParaRPr lang="en-US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1B9328-A1B9-46E4-83E0-89628BCA7DFB}"/>
              </a:ext>
            </a:extLst>
          </p:cNvPr>
          <p:cNvSpPr txBox="1"/>
          <p:nvPr/>
        </p:nvSpPr>
        <p:spPr>
          <a:xfrm>
            <a:off x="493059" y="1093694"/>
            <a:ext cx="8059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Escopo:</a:t>
            </a:r>
          </a:p>
          <a:p>
            <a:endParaRPr lang="pt-BR" dirty="0"/>
          </a:p>
          <a:p>
            <a:r>
              <a:rPr lang="pt-BR" dirty="0"/>
              <a:t>2ª Fase: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Abranger END_ID vizinhos</a:t>
            </a:r>
          </a:p>
        </p:txBody>
      </p:sp>
    </p:spTree>
    <p:extLst>
      <p:ext uri="{BB962C8B-B14F-4D97-AF65-F5344CB8AC3E}">
        <p14:creationId xmlns:p14="http://schemas.microsoft.com/office/powerpoint/2010/main" val="3427203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traight Connector 222"/>
          <p:cNvCxnSpPr/>
          <p:nvPr/>
        </p:nvCxnSpPr>
        <p:spPr>
          <a:xfrm>
            <a:off x="175318" y="688236"/>
            <a:ext cx="8640000" cy="0"/>
          </a:xfrm>
          <a:prstGeom prst="line">
            <a:avLst/>
          </a:prstGeom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2">
            <a:extLst>
              <a:ext uri="{FF2B5EF4-FFF2-40B4-BE49-F238E27FC236}">
                <a16:creationId xmlns:a16="http://schemas.microsoft.com/office/drawing/2014/main" id="{1D710168-6BC6-4BCC-815D-B0D31969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68" y="118845"/>
            <a:ext cx="8459788" cy="266700"/>
          </a:xfrm>
        </p:spPr>
        <p:txBody>
          <a:bodyPr/>
          <a:lstStyle/>
          <a:p>
            <a:r>
              <a:rPr lang="pt-BR" sz="2200" b="1" dirty="0">
                <a:solidFill>
                  <a:srgbClr val="0028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TNE</a:t>
            </a:r>
            <a:endParaRPr lang="en-US" sz="2200" b="1" dirty="0">
              <a:solidFill>
                <a:srgbClr val="00287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003300" y="1763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BDAE23-DCE9-447B-8EA5-B8C330833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918" y="314055"/>
            <a:ext cx="8900022" cy="343879"/>
          </a:xfrm>
        </p:spPr>
        <p:txBody>
          <a:bodyPr/>
          <a:lstStyle/>
          <a:p>
            <a:pPr algn="l" defTabSz="914400" fontAlgn="base">
              <a:lnSpc>
                <a:spcPts val="27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Balanceamento de Tráfego/Carga</a:t>
            </a:r>
            <a:endParaRPr lang="en-US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38968-6B78-4E4C-A749-F0068CDCA552}"/>
              </a:ext>
            </a:extLst>
          </p:cNvPr>
          <p:cNvSpPr txBox="1"/>
          <p:nvPr/>
        </p:nvSpPr>
        <p:spPr>
          <a:xfrm>
            <a:off x="493058" y="1063391"/>
            <a:ext cx="810868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Inputs: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Relatórios semanal de ocupação – Fonte: </a:t>
            </a:r>
            <a:r>
              <a:rPr lang="pt-BR" dirty="0" err="1"/>
              <a:t>Microstrategy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Relatório semanal B.4021 (</a:t>
            </a:r>
            <a:r>
              <a:rPr lang="pt-BR" dirty="0" err="1"/>
              <a:t>User</a:t>
            </a:r>
            <a:r>
              <a:rPr lang="pt-BR" dirty="0"/>
              <a:t>, PRB, CQI) - Fonte: </a:t>
            </a:r>
            <a:r>
              <a:rPr lang="pt-BR" dirty="0" err="1"/>
              <a:t>Microstrategy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Relatório Personalizado semanal de Volume de Tráfego – Fonte: </a:t>
            </a:r>
            <a:r>
              <a:rPr lang="pt-BR" dirty="0" err="1"/>
              <a:t>Microstrategy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Relatório Personalizado diário de PRB </a:t>
            </a:r>
            <a:r>
              <a:rPr lang="pt-BR" dirty="0" err="1"/>
              <a:t>Avail</a:t>
            </a:r>
            <a:r>
              <a:rPr lang="pt-BR" dirty="0"/>
              <a:t> – Fonte: </a:t>
            </a:r>
            <a:r>
              <a:rPr lang="pt-BR" dirty="0" err="1"/>
              <a:t>Microstrategy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Extrato do </a:t>
            </a:r>
            <a:r>
              <a:rPr lang="pt-BR" dirty="0" err="1"/>
              <a:t>Spazio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Extra: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Código de balanceamento de tráfego por azimute em </a:t>
            </a:r>
            <a:r>
              <a:rPr lang="pt-BR" dirty="0" err="1"/>
              <a:t>Phyton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415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traight Connector 222"/>
          <p:cNvCxnSpPr/>
          <p:nvPr/>
        </p:nvCxnSpPr>
        <p:spPr>
          <a:xfrm>
            <a:off x="175318" y="688236"/>
            <a:ext cx="8640000" cy="0"/>
          </a:xfrm>
          <a:prstGeom prst="line">
            <a:avLst/>
          </a:prstGeom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2">
            <a:extLst>
              <a:ext uri="{FF2B5EF4-FFF2-40B4-BE49-F238E27FC236}">
                <a16:creationId xmlns:a16="http://schemas.microsoft.com/office/drawing/2014/main" id="{1D710168-6BC6-4BCC-815D-B0D31969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68" y="118845"/>
            <a:ext cx="8459788" cy="266700"/>
          </a:xfrm>
        </p:spPr>
        <p:txBody>
          <a:bodyPr/>
          <a:lstStyle/>
          <a:p>
            <a:r>
              <a:rPr lang="pt-BR" sz="2200" b="1" dirty="0">
                <a:solidFill>
                  <a:srgbClr val="0028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TNE</a:t>
            </a:r>
            <a:endParaRPr lang="en-US" sz="2200" b="1" dirty="0">
              <a:solidFill>
                <a:srgbClr val="00287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003300" y="17637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BDAE23-DCE9-447B-8EA5-B8C330833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918" y="314055"/>
            <a:ext cx="8900022" cy="343879"/>
          </a:xfrm>
        </p:spPr>
        <p:txBody>
          <a:bodyPr/>
          <a:lstStyle/>
          <a:p>
            <a:pPr algn="l" defTabSz="914400" fontAlgn="base">
              <a:lnSpc>
                <a:spcPts val="27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Balanceamento de Tráfego/Carga</a:t>
            </a:r>
            <a:endParaRPr lang="en-US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38968-6B78-4E4C-A749-F0068CDCA552}"/>
              </a:ext>
            </a:extLst>
          </p:cNvPr>
          <p:cNvSpPr txBox="1"/>
          <p:nvPr/>
        </p:nvSpPr>
        <p:spPr>
          <a:xfrm>
            <a:off x="216667" y="1071215"/>
            <a:ext cx="68116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Resultado Esperado Aproximado: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01AC1E-0966-4B3F-9B80-C099FDC30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238582"/>
              </p:ext>
            </p:extLst>
          </p:nvPr>
        </p:nvGraphicFramePr>
        <p:xfrm>
          <a:off x="51153" y="1647568"/>
          <a:ext cx="9041694" cy="924182"/>
        </p:xfrm>
        <a:graphic>
          <a:graphicData uri="http://schemas.openxmlformats.org/drawingml/2006/table">
            <a:tbl>
              <a:tblPr/>
              <a:tblGrid>
                <a:gridCol w="414546">
                  <a:extLst>
                    <a:ext uri="{9D8B030D-6E8A-4147-A177-3AD203B41FA5}">
                      <a16:colId xmlns:a16="http://schemas.microsoft.com/office/drawing/2014/main" val="575466161"/>
                    </a:ext>
                  </a:extLst>
                </a:gridCol>
                <a:gridCol w="414546">
                  <a:extLst>
                    <a:ext uri="{9D8B030D-6E8A-4147-A177-3AD203B41FA5}">
                      <a16:colId xmlns:a16="http://schemas.microsoft.com/office/drawing/2014/main" val="1336851554"/>
                    </a:ext>
                  </a:extLst>
                </a:gridCol>
                <a:gridCol w="414546">
                  <a:extLst>
                    <a:ext uri="{9D8B030D-6E8A-4147-A177-3AD203B41FA5}">
                      <a16:colId xmlns:a16="http://schemas.microsoft.com/office/drawing/2014/main" val="3466806954"/>
                    </a:ext>
                  </a:extLst>
                </a:gridCol>
                <a:gridCol w="414546">
                  <a:extLst>
                    <a:ext uri="{9D8B030D-6E8A-4147-A177-3AD203B41FA5}">
                      <a16:colId xmlns:a16="http://schemas.microsoft.com/office/drawing/2014/main" val="1646251028"/>
                    </a:ext>
                  </a:extLst>
                </a:gridCol>
                <a:gridCol w="414546">
                  <a:extLst>
                    <a:ext uri="{9D8B030D-6E8A-4147-A177-3AD203B41FA5}">
                      <a16:colId xmlns:a16="http://schemas.microsoft.com/office/drawing/2014/main" val="2603487077"/>
                    </a:ext>
                  </a:extLst>
                </a:gridCol>
                <a:gridCol w="414546">
                  <a:extLst>
                    <a:ext uri="{9D8B030D-6E8A-4147-A177-3AD203B41FA5}">
                      <a16:colId xmlns:a16="http://schemas.microsoft.com/office/drawing/2014/main" val="1256782964"/>
                    </a:ext>
                  </a:extLst>
                </a:gridCol>
                <a:gridCol w="414546">
                  <a:extLst>
                    <a:ext uri="{9D8B030D-6E8A-4147-A177-3AD203B41FA5}">
                      <a16:colId xmlns:a16="http://schemas.microsoft.com/office/drawing/2014/main" val="2652305468"/>
                    </a:ext>
                  </a:extLst>
                </a:gridCol>
                <a:gridCol w="414546">
                  <a:extLst>
                    <a:ext uri="{9D8B030D-6E8A-4147-A177-3AD203B41FA5}">
                      <a16:colId xmlns:a16="http://schemas.microsoft.com/office/drawing/2014/main" val="1765989322"/>
                    </a:ext>
                  </a:extLst>
                </a:gridCol>
                <a:gridCol w="863700">
                  <a:extLst>
                    <a:ext uri="{9D8B030D-6E8A-4147-A177-3AD203B41FA5}">
                      <a16:colId xmlns:a16="http://schemas.microsoft.com/office/drawing/2014/main" val="2258422956"/>
                    </a:ext>
                  </a:extLst>
                </a:gridCol>
                <a:gridCol w="823078">
                  <a:extLst>
                    <a:ext uri="{9D8B030D-6E8A-4147-A177-3AD203B41FA5}">
                      <a16:colId xmlns:a16="http://schemas.microsoft.com/office/drawing/2014/main" val="4213636065"/>
                    </a:ext>
                  </a:extLst>
                </a:gridCol>
                <a:gridCol w="837729">
                  <a:extLst>
                    <a:ext uri="{9D8B030D-6E8A-4147-A177-3AD203B41FA5}">
                      <a16:colId xmlns:a16="http://schemas.microsoft.com/office/drawing/2014/main" val="2345263621"/>
                    </a:ext>
                  </a:extLst>
                </a:gridCol>
                <a:gridCol w="1077909">
                  <a:extLst>
                    <a:ext uri="{9D8B030D-6E8A-4147-A177-3AD203B41FA5}">
                      <a16:colId xmlns:a16="http://schemas.microsoft.com/office/drawing/2014/main" val="1243862535"/>
                    </a:ext>
                  </a:extLst>
                </a:gridCol>
                <a:gridCol w="1077909">
                  <a:extLst>
                    <a:ext uri="{9D8B030D-6E8A-4147-A177-3AD203B41FA5}">
                      <a16:colId xmlns:a16="http://schemas.microsoft.com/office/drawing/2014/main" val="2421331909"/>
                    </a:ext>
                  </a:extLst>
                </a:gridCol>
                <a:gridCol w="1045001">
                  <a:extLst>
                    <a:ext uri="{9D8B030D-6E8A-4147-A177-3AD203B41FA5}">
                      <a16:colId xmlns:a16="http://schemas.microsoft.com/office/drawing/2014/main" val="4277080625"/>
                    </a:ext>
                  </a:extLst>
                </a:gridCol>
              </a:tblGrid>
              <a:tr h="56580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UF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CIDADE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IBGE ID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SITE ID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CÉLULA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FREQ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BANDA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WEEK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CLASSIFICAÇÃO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OCUPAÇÃO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CLASSIFICAÇÃO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PRB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CLASSIFICAÇÃO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USERS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OPORTUNIDADES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 BALANCEAMENTO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OCUPAÇÃO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OPORTUNIDADES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 BALANCEAMENTO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PRB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OPORTUNIDADES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 BALANCEAMENTO</a:t>
                      </a:r>
                      <a:b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pt-BR" sz="75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USERS</a:t>
                      </a:r>
                    </a:p>
                  </a:txBody>
                  <a:tcPr marL="5868" marR="5868" marT="586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541384"/>
                  </a:ext>
                </a:extLst>
              </a:tr>
              <a:tr h="358373"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868" marR="5868" marT="586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63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011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16x9 Display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Font TIM">
      <a:majorFont>
        <a:latin typeface="TIM Sans Medium"/>
        <a:ea typeface="ＭＳ Ｐゴシック"/>
        <a:cs typeface="Arial"/>
      </a:majorFont>
      <a:minorFont>
        <a:latin typeface="TIM Sans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5A06C536-DCCB-423C-A822-E133DB3FBDAC}"/>
    </a:ext>
  </a:extLst>
</a:theme>
</file>

<file path=ppt/theme/theme2.xml><?xml version="1.0" encoding="utf-8"?>
<a:theme xmlns:a="http://schemas.openxmlformats.org/drawingml/2006/main" name="Master - Cover 2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Font TIM">
      <a:majorFont>
        <a:latin typeface="TIM Sans Medium"/>
        <a:ea typeface="ＭＳ Ｐゴシック"/>
        <a:cs typeface="Arial"/>
      </a:majorFont>
      <a:minorFont>
        <a:latin typeface="TIM Sans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B66CE9C6-93CB-42C7-A41B-F804E154541A}"/>
    </a:ext>
  </a:extLst>
</a:theme>
</file>

<file path=ppt/theme/theme3.xml><?xml version="1.0" encoding="utf-8"?>
<a:theme xmlns:a="http://schemas.openxmlformats.org/drawingml/2006/main" name="Master - White Cover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TIM Font">
      <a:majorFont>
        <a:latin typeface="TIM Sans Medium"/>
        <a:ea typeface="ＭＳ Ｐゴシック"/>
        <a:cs typeface="Arial"/>
      </a:majorFont>
      <a:minorFont>
        <a:latin typeface="TIM Sans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F42C0ADE-D192-470E-8AFA-507ADD70B05C}"/>
    </a:ext>
  </a:extLst>
</a:theme>
</file>

<file path=ppt/theme/theme4.xml><?xml version="1.0" encoding="utf-8"?>
<a:theme xmlns:a="http://schemas.openxmlformats.org/drawingml/2006/main" name="Master - Image Cover 1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Font TIM">
      <a:majorFont>
        <a:latin typeface="TIM Sans Medium"/>
        <a:ea typeface="ＭＳ Ｐゴシック"/>
        <a:cs typeface="Arial"/>
      </a:majorFont>
      <a:minorFont>
        <a:latin typeface="TIM Sans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57874FF7-5142-43B7-B697-5AE11C762718}"/>
    </a:ext>
  </a:extLst>
</a:theme>
</file>

<file path=ppt/theme/theme5.xml><?xml version="1.0" encoding="utf-8"?>
<a:theme xmlns:a="http://schemas.openxmlformats.org/drawingml/2006/main" name="Image Master - Cover 2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Font TIM">
      <a:majorFont>
        <a:latin typeface="TIM Sans Medium"/>
        <a:ea typeface="ＭＳ Ｐゴシック"/>
        <a:cs typeface="Arial"/>
      </a:majorFont>
      <a:minorFont>
        <a:latin typeface="TIM Sans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D39F4138-B6F5-43FC-9E77-FB24300A3FCD}"/>
    </a:ext>
  </a:extLst>
</a:theme>
</file>

<file path=ppt/theme/theme6.xml><?xml version="1.0" encoding="utf-8"?>
<a:theme xmlns:a="http://schemas.openxmlformats.org/drawingml/2006/main" name="Master Content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Font TIM">
      <a:majorFont>
        <a:latin typeface="TIM Sans Medium"/>
        <a:ea typeface="ＭＳ Ｐゴシック"/>
        <a:cs typeface="Arial"/>
      </a:majorFont>
      <a:minorFont>
        <a:latin typeface="TIM Sans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B1C9A9E9-C53D-471D-AAF5-89A999C1D3D8}"/>
    </a:ext>
  </a:extLst>
</a:theme>
</file>

<file path=ppt/theme/theme7.xml><?xml version="1.0" encoding="utf-8"?>
<a:theme xmlns:a="http://schemas.openxmlformats.org/drawingml/2006/main" name="Master - End Blue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Font TIM">
      <a:majorFont>
        <a:latin typeface="TIM Sans"/>
        <a:ea typeface="ＭＳ Ｐゴシック"/>
        <a:cs typeface="Arial"/>
      </a:majorFont>
      <a:minorFont>
        <a:latin typeface="TIM Sans Light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A6811448-7869-4328-8893-725141657CDB}"/>
    </a:ext>
  </a:extLst>
</a:theme>
</file>

<file path=ppt/theme/theme8.xml><?xml version="1.0" encoding="utf-8"?>
<a:theme xmlns:a="http://schemas.openxmlformats.org/drawingml/2006/main" name="Master - End White">
  <a:themeElements>
    <a:clrScheme name="TIM">
      <a:dk1>
        <a:srgbClr val="004691"/>
      </a:dk1>
      <a:lt1>
        <a:srgbClr val="FFFFFF"/>
      </a:lt1>
      <a:dk2>
        <a:srgbClr val="005187"/>
      </a:dk2>
      <a:lt2>
        <a:srgbClr val="006EB8"/>
      </a:lt2>
      <a:accent1>
        <a:srgbClr val="009CDE"/>
      </a:accent1>
      <a:accent2>
        <a:srgbClr val="C5BDC1"/>
      </a:accent2>
      <a:accent3>
        <a:srgbClr val="DC684B"/>
      </a:accent3>
      <a:accent4>
        <a:srgbClr val="EB0028"/>
      </a:accent4>
      <a:accent5>
        <a:srgbClr val="000000"/>
      </a:accent5>
      <a:accent6>
        <a:srgbClr val="E37222"/>
      </a:accent6>
      <a:hlink>
        <a:srgbClr val="F4D100"/>
      </a:hlink>
      <a:folHlink>
        <a:srgbClr val="74AF27"/>
      </a:folHlink>
    </a:clrScheme>
    <a:fontScheme name="Font TIM">
      <a:majorFont>
        <a:latin typeface="TIM Sans"/>
        <a:ea typeface="ＭＳ Ｐゴシック"/>
        <a:cs typeface="Arial"/>
      </a:majorFont>
      <a:minorFont>
        <a:latin typeface="TIM Sans Light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 standard2" id="{FBFCADBC-6697-42DD-A769-60BB7DD73C06}" vid="{16A10EB6-4CA3-460E-883C-8B30CA11E92F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EF7F5082C9934DBB1AFEF8800A5610" ma:contentTypeVersion="0" ma:contentTypeDescription="Creare un nuovo documento." ma:contentTypeScope="" ma:versionID="dec952376f860b2ebf54c26e2e5c288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e2c2bff39701977361371fca1d1563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C8A750-5061-473A-977A-71D2C0994E0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6334F36-9694-4C72-AD01-766561F25D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3A004F-8DBE-41E4-B4EE-CED6EF4900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16x9 Display</Template>
  <TotalTime>10466</TotalTime>
  <Words>404</Words>
  <Application>Microsoft Office PowerPoint</Application>
  <PresentationFormat>Apresentação na tela (16:9)</PresentationFormat>
  <Paragraphs>107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8</vt:i4>
      </vt:variant>
      <vt:variant>
        <vt:lpstr>Títulos de slides</vt:lpstr>
      </vt:variant>
      <vt:variant>
        <vt:i4>6</vt:i4>
      </vt:variant>
    </vt:vector>
  </HeadingPairs>
  <TitlesOfParts>
    <vt:vector size="14" baseType="lpstr">
      <vt:lpstr>Template 16x9 Display</vt:lpstr>
      <vt:lpstr>Master - Cover 2</vt:lpstr>
      <vt:lpstr>Master - White Cover</vt:lpstr>
      <vt:lpstr>Master - Image Cover 1</vt:lpstr>
      <vt:lpstr>Image Master - Cover 2</vt:lpstr>
      <vt:lpstr>Master Content</vt:lpstr>
      <vt:lpstr>Master - End Blue</vt:lpstr>
      <vt:lpstr>Master - End White</vt:lpstr>
      <vt:lpstr>Projeto Balanceamento de Tráfego/Carga</vt:lpstr>
      <vt:lpstr>TNE</vt:lpstr>
      <vt:lpstr>TNE</vt:lpstr>
      <vt:lpstr>TNE</vt:lpstr>
      <vt:lpstr>TNE</vt:lpstr>
      <vt:lpstr>TNE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TIM Sans Negrito 24 pt</dc:title>
  <dc:creator>Leonardo Mello de Paiva</dc:creator>
  <cp:lastModifiedBy>Monique Tamara Fonseca Da Silva</cp:lastModifiedBy>
  <cp:revision>684</cp:revision>
  <dcterms:created xsi:type="dcterms:W3CDTF">2018-06-04T16:57:00Z</dcterms:created>
  <dcterms:modified xsi:type="dcterms:W3CDTF">2020-05-04T16:06:08Z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0x010100CFEF7F5082C9934DBB1AFEF8800A5610</vt:lpwstr>
  </property>
</Properties>
</file>